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1" r:id="rId5"/>
    <p:sldId id="258" r:id="rId6"/>
    <p:sldId id="259" r:id="rId7"/>
    <p:sldId id="271" r:id="rId8"/>
    <p:sldId id="272" r:id="rId9"/>
    <p:sldId id="273" r:id="rId10"/>
    <p:sldId id="261" r:id="rId11"/>
    <p:sldId id="262" r:id="rId12"/>
    <p:sldId id="264" r:id="rId13"/>
    <p:sldId id="282" r:id="rId14"/>
    <p:sldId id="283" r:id="rId15"/>
    <p:sldId id="265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2F2"/>
    <a:srgbClr val="2D2D2D"/>
    <a:srgbClr val="2C2C2C"/>
    <a:srgbClr val="006EFF"/>
    <a:srgbClr val="000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98" y="9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C97671C-CE0E-C08C-9EA6-345B5385BD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A7F337-D906-9934-DECC-80B8555705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AD5B5-CF37-DB4D-9B90-DFB400241616}" type="datetimeFigureOut">
              <a:rPr lang="fr-FR" smtClean="0"/>
              <a:t>20/12/2025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E3C9CF5-795C-6792-51E0-83501E453C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19A492-51A2-866E-EB24-A474C58D10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74B65-716B-3C4E-B8E6-3A4CC1BA6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8276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36E0B-96ED-6241-B923-55B610E0D82D}" type="datetimeFigureOut">
              <a:rPr lang="fr-FR" smtClean="0"/>
              <a:t>20/12/2025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51B99-C883-7944-8BF4-33D534C64A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155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9841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B99-C883-7944-8BF4-33D534C64A3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756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dexia.com" TargetMode="External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92D4293C-D3E1-DEFD-0A76-6EA07E9DC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613646"/>
            <a:ext cx="4320988" cy="18154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600" b="1" i="0">
                <a:solidFill>
                  <a:srgbClr val="000064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2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6FCF8A94-EB19-9321-9BA8-74EAC7D4A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69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4D268-3EB7-69B6-0384-1173329F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60" y="510898"/>
            <a:ext cx="11274480" cy="831884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FA8BB2-9960-B530-57A8-A906ABC2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60" y="1342782"/>
            <a:ext cx="11274480" cy="4267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400"/>
              </a:spcAft>
              <a:defRPr sz="1600" b="0" i="0">
                <a:solidFill>
                  <a:srgbClr val="2D2D2D"/>
                </a:solidFill>
                <a:latin typeface="Arial Nova Light" panose="020B0304020202020204" pitchFamily="34" charset="0"/>
              </a:defRPr>
            </a:lvl1pPr>
            <a:lvl2pPr>
              <a:defRPr sz="1400" b="0" i="0">
                <a:solidFill>
                  <a:srgbClr val="2D2D2D"/>
                </a:solidFill>
                <a:latin typeface="Arial Nova Light" panose="020B0304020202020204" pitchFamily="34" charset="0"/>
              </a:defRPr>
            </a:lvl2pPr>
            <a:lvl3pPr>
              <a:defRPr sz="1400" b="0" i="0">
                <a:solidFill>
                  <a:srgbClr val="2D2D2D"/>
                </a:solidFill>
                <a:latin typeface="Arial Nova Light" panose="020B0304020202020204" pitchFamily="34" charset="0"/>
              </a:defRPr>
            </a:lvl3pPr>
            <a:lvl4pPr>
              <a:defRPr sz="1200" b="0" i="0">
                <a:solidFill>
                  <a:srgbClr val="2D2D2D"/>
                </a:solidFill>
                <a:latin typeface="Arial Nova Light" panose="020B0304020202020204" pitchFamily="34" charset="0"/>
              </a:defRPr>
            </a:lvl4pPr>
            <a:lvl5pPr>
              <a:defRPr sz="1200" b="0" i="0">
                <a:solidFill>
                  <a:srgbClr val="2D2D2D"/>
                </a:solidFill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F61AF411-2B60-C8BE-BA30-F3EC3AFAB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872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42F33F7-1D97-4C7E-8D1C-7E75C37F9762}" type="slidenum">
              <a:rPr lang="en-CA" smtClean="0"/>
              <a:pPr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4108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CB2CA9A9-1017-B5BA-ADCE-3D0AC7CD4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2B4D268-3EB7-69B6-0384-1173329FD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9871" y="2826844"/>
            <a:ext cx="7118726" cy="831884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ctr">
              <a:defRPr sz="3600" b="1" i="0">
                <a:solidFill>
                  <a:srgbClr val="000064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CA" dirty="0"/>
              <a:t>TITRE DE SECTION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ACFEBC2-968C-8B44-B679-42407C4CFD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4388"/>
            <a:ext cx="7118726" cy="5958348"/>
          </a:xfrm>
          <a:prstGeom prst="rect">
            <a:avLst/>
          </a:prstGeom>
        </p:spPr>
      </p:pic>
      <p:pic>
        <p:nvPicPr>
          <p:cNvPr id="13" name="Picture 7" descr="A white blue orange and black triangle&#10;&#10;Description automatically generated">
            <a:extLst>
              <a:ext uri="{FF2B5EF4-FFF2-40B4-BE49-F238E27FC236}">
                <a16:creationId xmlns:a16="http://schemas.microsoft.com/office/drawing/2014/main" id="{5027EA8A-4CCF-356E-1009-14ACEBD7A7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27802" y="2835545"/>
            <a:ext cx="923586" cy="77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27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mi-page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4D268-3EB7-69B6-0384-1173329F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60" y="510898"/>
            <a:ext cx="5637240" cy="831884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600" b="1" i="0">
                <a:solidFill>
                  <a:srgbClr val="000064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FA8BB2-9960-B530-57A8-A906ABC2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60" y="1342782"/>
            <a:ext cx="5637240" cy="4267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976272CB-5EB0-8384-2296-5B61778D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970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42F33F7-1D97-4C7E-8D1C-7E75C37F9762}" type="slidenum">
              <a:rPr lang="en-CA" smtClean="0"/>
              <a:pPr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291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mi-page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4D268-3EB7-69B6-0384-1173329F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10898"/>
            <a:ext cx="5637240" cy="831884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600" b="1" i="0">
                <a:solidFill>
                  <a:srgbClr val="000064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FA8BB2-9960-B530-57A8-A906ABC2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42782"/>
            <a:ext cx="5637240" cy="42673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4B4A48BA-2F85-CA3D-DAFF-14711C74A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872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42F33F7-1D97-4C7E-8D1C-7E75C37F9762}" type="slidenum">
              <a:rPr lang="en-CA" smtClean="0"/>
              <a:pPr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511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hoto homme ordinateu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4D268-3EB7-69B6-0384-1173329F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008" y="510898"/>
            <a:ext cx="4590232" cy="86070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600" b="1" i="0">
                <a:solidFill>
                  <a:srgbClr val="000064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FA8BB2-9960-B530-57A8-A906ABC2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008" y="1607965"/>
            <a:ext cx="4590232" cy="41500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73A0EB24-2780-3452-D5FC-6DB3B320A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872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42F33F7-1D97-4C7E-8D1C-7E75C37F9762}" type="slidenum">
              <a:rPr lang="en-CA" smtClean="0"/>
              <a:pPr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9891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Photo homme ordinateu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4D268-3EB7-69B6-0384-1173329F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008" y="510898"/>
            <a:ext cx="4590232" cy="86070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600" b="1" i="0">
                <a:solidFill>
                  <a:srgbClr val="000064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FA8BB2-9960-B530-57A8-A906ABC2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008" y="1607965"/>
            <a:ext cx="4590232" cy="41500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73A0EB24-2780-3452-D5FC-6DB3B320A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741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42F33F7-1D97-4C7E-8D1C-7E75C37F9762}" type="slidenum">
              <a:rPr lang="en-CA" smtClean="0"/>
              <a:pPr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812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emme mic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CF15F8A6-05E0-8959-67EB-15F86718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60" y="510898"/>
            <a:ext cx="4590232" cy="86070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600" b="1" i="0">
                <a:solidFill>
                  <a:srgbClr val="000064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6E8F6E9-6D86-EDF8-CA6D-539687FCA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60" y="1607965"/>
            <a:ext cx="4590232" cy="41500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C989D65-A735-B5FC-3213-ADAC607A4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741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42F33F7-1D97-4C7E-8D1C-7E75C37F9762}" type="slidenum">
              <a:rPr lang="en-CA" smtClean="0"/>
              <a:pPr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5993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hoto duo ordin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4D268-3EB7-69B6-0384-1173329F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008" y="510898"/>
            <a:ext cx="4590232" cy="86070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600" b="1" i="0">
                <a:solidFill>
                  <a:srgbClr val="000064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FA8BB2-9960-B530-57A8-A906ABC2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008" y="1607965"/>
            <a:ext cx="4590232" cy="41500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C1A7CC85-5D22-1CA8-1AA8-664784FFD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970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42F33F7-1D97-4C7E-8D1C-7E75C37F9762}" type="slidenum">
              <a:rPr lang="en-CA" smtClean="0"/>
              <a:pPr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0439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hoto homme sour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4D268-3EB7-69B6-0384-1173329F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008" y="510898"/>
            <a:ext cx="4590232" cy="86070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600" b="1" i="0">
                <a:solidFill>
                  <a:srgbClr val="000064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FA8BB2-9960-B530-57A8-A906ABC2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008" y="1607965"/>
            <a:ext cx="4590232" cy="41500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9044C173-DDD0-E9E2-49E0-97A94E0A6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872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42F33F7-1D97-4C7E-8D1C-7E75C37F9762}" type="slidenum">
              <a:rPr lang="en-CA" smtClean="0"/>
              <a:pPr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272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hoto femme 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4D268-3EB7-69B6-0384-1173329F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60" y="510898"/>
            <a:ext cx="4590232" cy="86070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>
              <a:defRPr sz="3600" b="1" i="0">
                <a:solidFill>
                  <a:srgbClr val="000064"/>
                </a:solidFill>
                <a:latin typeface="Arial Nova" panose="020B05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FA8BB2-9960-B530-57A8-A906ABC2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60" y="1607965"/>
            <a:ext cx="4590232" cy="41500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2pPr>
            <a:lvl3pPr>
              <a:defRPr sz="14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4A425FDE-A4B2-57AF-9A37-515302BFD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872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42F33F7-1D97-4C7E-8D1C-7E75C37F9762}" type="slidenum">
              <a:rPr lang="en-CA" smtClean="0"/>
              <a:pPr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264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3B70B49-D4A1-4EA6-4E4F-E46717E8BA63}"/>
              </a:ext>
            </a:extLst>
          </p:cNvPr>
          <p:cNvSpPr txBox="1"/>
          <p:nvPr userDrawn="1"/>
        </p:nvSpPr>
        <p:spPr>
          <a:xfrm>
            <a:off x="8645236" y="229193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A42B43-7263-FDD0-5355-61E361E74BC8}"/>
              </a:ext>
            </a:extLst>
          </p:cNvPr>
          <p:cNvSpPr/>
          <p:nvPr userDrawn="1"/>
        </p:nvSpPr>
        <p:spPr>
          <a:xfrm flipV="1">
            <a:off x="0" y="6822000"/>
            <a:ext cx="12192000" cy="36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63E9393-BBFE-DA83-BBD4-6308D9A63D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8065" b="23997"/>
          <a:stretch/>
        </p:blipFill>
        <p:spPr>
          <a:xfrm>
            <a:off x="0" y="1"/>
            <a:ext cx="5683045" cy="6822000"/>
          </a:xfrm>
          <a:prstGeom prst="rect">
            <a:avLst/>
          </a:prstGeom>
        </p:spPr>
      </p:pic>
      <p:sp>
        <p:nvSpPr>
          <p:cNvPr id="7" name="Zone de texte 2">
            <a:extLst>
              <a:ext uri="{FF2B5EF4-FFF2-40B4-BE49-F238E27FC236}">
                <a16:creationId xmlns:a16="http://schemas.microsoft.com/office/drawing/2014/main" id="{BEFAA269-52A9-EBC4-5B81-70B78B9FD81A}"/>
              </a:ext>
            </a:extLst>
          </p:cNvPr>
          <p:cNvSpPr txBox="1"/>
          <p:nvPr userDrawn="1"/>
        </p:nvSpPr>
        <p:spPr>
          <a:xfrm>
            <a:off x="7339685" y="2297765"/>
            <a:ext cx="4330269" cy="2500569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r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</a:pPr>
            <a:r>
              <a:rPr lang="fr-CA" sz="1600" b="1" kern="100" dirty="0">
                <a:solidFill>
                  <a:srgbClr val="00C8FF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 bureaux</a:t>
            </a:r>
            <a:endParaRPr lang="en-CA" sz="1200" kern="100" dirty="0">
              <a:solidFill>
                <a:srgbClr val="2D2D2D"/>
              </a:solidFill>
              <a:effectLst/>
              <a:latin typeface="Arial Nova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</a:pPr>
            <a:r>
              <a:rPr lang="fr-CA" sz="1400" b="1" kern="100" dirty="0">
                <a:solidFill>
                  <a:srgbClr val="2D2D2D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Québec</a:t>
            </a:r>
            <a:endParaRPr lang="en-CA" sz="1200" kern="100" dirty="0">
              <a:solidFill>
                <a:srgbClr val="2D2D2D"/>
              </a:solidFill>
              <a:effectLst/>
              <a:latin typeface="Arial Nova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>
              <a:lnSpc>
                <a:spcPct val="107000"/>
              </a:lnSpc>
              <a:spcBef>
                <a:spcPts val="200"/>
              </a:spcBef>
              <a:spcAft>
                <a:spcPts val="800"/>
              </a:spcAft>
            </a:pPr>
            <a:r>
              <a:rPr lang="fr-CA" sz="1400" kern="100" dirty="0">
                <a:solidFill>
                  <a:srgbClr val="2D2D2D"/>
                </a:solidFill>
                <a:effectLst/>
                <a:latin typeface="Arial Nova Light" panose="020B03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5700, boulevard des Galeries, bureau 310</a:t>
            </a:r>
            <a:br>
              <a:rPr lang="fr-CA" sz="1400" kern="100" dirty="0">
                <a:solidFill>
                  <a:srgbClr val="2D2D2D"/>
                </a:solidFill>
                <a:effectLst/>
                <a:latin typeface="Arial Nova Light" panose="020B03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CA" sz="1400" kern="100" dirty="0">
                <a:solidFill>
                  <a:srgbClr val="2D2D2D"/>
                </a:solidFill>
                <a:effectLst/>
                <a:latin typeface="Arial Nova Light" panose="020B03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Québec (Québec)  </a:t>
            </a:r>
            <a:r>
              <a:rPr lang="fr-CA" sz="1400" kern="100">
                <a:solidFill>
                  <a:srgbClr val="2D2D2D"/>
                </a:solidFill>
                <a:effectLst/>
                <a:latin typeface="Arial Nova Light" panose="020B03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G2K 0H5</a:t>
            </a:r>
            <a:endParaRPr lang="en-CA" sz="1200" kern="100" dirty="0">
              <a:solidFill>
                <a:srgbClr val="2D2D2D"/>
              </a:solidFill>
              <a:effectLst/>
              <a:latin typeface="Arial Nova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</a:pPr>
            <a:r>
              <a:rPr lang="fr-CA" sz="1400" b="1" kern="100" dirty="0">
                <a:solidFill>
                  <a:srgbClr val="2D2D2D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Montréal</a:t>
            </a:r>
            <a:endParaRPr lang="en-CA" sz="1200" kern="100" dirty="0">
              <a:solidFill>
                <a:srgbClr val="2D2D2D"/>
              </a:solidFill>
              <a:effectLst/>
              <a:latin typeface="Arial Nova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>
              <a:lnSpc>
                <a:spcPct val="107000"/>
              </a:lnSpc>
              <a:spcBef>
                <a:spcPts val="200"/>
              </a:spcBef>
              <a:spcAft>
                <a:spcPts val="800"/>
              </a:spcAft>
            </a:pPr>
            <a:r>
              <a:rPr lang="fr-CA" sz="1400" kern="100" dirty="0">
                <a:solidFill>
                  <a:srgbClr val="2D2D2D"/>
                </a:solidFill>
                <a:effectLst/>
                <a:latin typeface="Arial Nova Light" panose="020B03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2000, avenue McGill Collège, bureau 600</a:t>
            </a:r>
            <a:br>
              <a:rPr lang="fr-CA" sz="1400" kern="100" dirty="0">
                <a:solidFill>
                  <a:srgbClr val="2D2D2D"/>
                </a:solidFill>
                <a:effectLst/>
                <a:latin typeface="Arial Nova Light" panose="020B03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fr-CA" sz="1400" kern="100" dirty="0">
                <a:solidFill>
                  <a:srgbClr val="2D2D2D"/>
                </a:solidFill>
                <a:effectLst/>
                <a:latin typeface="Arial Nova Light" panose="020B03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Montréal (Québec)  H3A H3H</a:t>
            </a:r>
            <a:endParaRPr lang="en-CA" sz="1200" kern="100" dirty="0">
              <a:solidFill>
                <a:srgbClr val="2D2D2D"/>
              </a:solidFill>
              <a:effectLst/>
              <a:latin typeface="Arial Nova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</a:pPr>
            <a:r>
              <a:rPr lang="fr-CA" sz="1200" b="1" kern="100" dirty="0">
                <a:solidFill>
                  <a:srgbClr val="2D2D2D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1 877 880-8771 </a:t>
            </a:r>
            <a:r>
              <a:rPr lang="fr-CA" sz="1200" b="1" kern="100" dirty="0">
                <a:solidFill>
                  <a:srgbClr val="FFAA00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lang="fr-CA" sz="1200" b="1" kern="100" dirty="0">
                <a:solidFill>
                  <a:srgbClr val="2D2D2D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info@idexia.com </a:t>
            </a:r>
            <a:r>
              <a:rPr lang="fr-CA" sz="1200" b="1" kern="100" dirty="0">
                <a:solidFill>
                  <a:srgbClr val="FFAA00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lang="fr-CA" sz="1200" b="1" kern="100" dirty="0">
                <a:solidFill>
                  <a:srgbClr val="2D2D2D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200" b="1" u="sng" kern="100" dirty="0">
                <a:solidFill>
                  <a:srgbClr val="2D2D2D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idexia.com</a:t>
            </a:r>
            <a:endParaRPr lang="en-CA" sz="1200" kern="100" dirty="0">
              <a:solidFill>
                <a:srgbClr val="2D2D2D"/>
              </a:solidFill>
              <a:effectLst/>
              <a:latin typeface="Arial Nova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FDC0AB1-B27E-E476-59C4-96F678289CF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02314" y="5428323"/>
            <a:ext cx="2967640" cy="87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85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endParaRPr lang="fr-CA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CA" noProof="0" smtClean="0"/>
              <a:pPr rtl="0"/>
              <a:t>‹N°›</a:t>
            </a:fld>
            <a:endParaRPr lang="fr-CA" noProof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CA" noProof="0" dirty="0"/>
          </a:p>
        </p:txBody>
      </p:sp>
    </p:spTree>
    <p:extLst>
      <p:ext uri="{BB962C8B-B14F-4D97-AF65-F5344CB8AC3E}">
        <p14:creationId xmlns:p14="http://schemas.microsoft.com/office/powerpoint/2010/main" val="265291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FA4983-18BC-E025-3585-4D0476DB663F}"/>
              </a:ext>
            </a:extLst>
          </p:cNvPr>
          <p:cNvSpPr/>
          <p:nvPr userDrawn="1"/>
        </p:nvSpPr>
        <p:spPr>
          <a:xfrm>
            <a:off x="0" y="6287038"/>
            <a:ext cx="12192000" cy="528813"/>
          </a:xfrm>
          <a:prstGeom prst="rect">
            <a:avLst/>
          </a:prstGeom>
          <a:solidFill>
            <a:srgbClr val="F1F2F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5BC300-8735-14E4-740E-FB2079D5EED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778433" y="6430155"/>
            <a:ext cx="954807" cy="2793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004E45E-5E8A-7603-7A2A-6C54909EAD36}"/>
              </a:ext>
            </a:extLst>
          </p:cNvPr>
          <p:cNvSpPr/>
          <p:nvPr userDrawn="1"/>
        </p:nvSpPr>
        <p:spPr>
          <a:xfrm flipV="1">
            <a:off x="0" y="6812168"/>
            <a:ext cx="12192000" cy="36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31BB667-9D8F-20C7-FFCE-FE15D79B3240}"/>
              </a:ext>
            </a:extLst>
          </p:cNvPr>
          <p:cNvCxnSpPr/>
          <p:nvPr userDrawn="1"/>
        </p:nvCxnSpPr>
        <p:spPr>
          <a:xfrm>
            <a:off x="0" y="6279490"/>
            <a:ext cx="12192000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B77FABF1-7266-6FEA-F749-6EC4ECBBB988}"/>
              </a:ext>
            </a:extLst>
          </p:cNvPr>
          <p:cNvSpPr txBox="1"/>
          <p:nvPr userDrawn="1"/>
        </p:nvSpPr>
        <p:spPr>
          <a:xfrm>
            <a:off x="458760" y="6415925"/>
            <a:ext cx="400135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b="0" i="0" dirty="0">
                <a:solidFill>
                  <a:schemeClr val="accent1"/>
                </a:solidFill>
                <a:latin typeface="Arial Nova Light" panose="020B0304020202020204" pitchFamily="34" charset="0"/>
              </a:rPr>
              <a:t>NOM DU CLIENT</a:t>
            </a:r>
          </a:p>
          <a:p>
            <a:r>
              <a:rPr lang="fr-FR" sz="1000" b="0" i="0" dirty="0">
                <a:solidFill>
                  <a:schemeClr val="tx1"/>
                </a:solidFill>
                <a:latin typeface="Arial Nova" panose="020B0504020202020204" pitchFamily="34" charset="0"/>
              </a:rPr>
              <a:t>Titre du document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1389091-4850-177F-9476-7FA5C5169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53174" y="63970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A42F33F7-1D97-4C7E-8D1C-7E75C37F9762}" type="slidenum">
              <a:rPr lang="en-CA" smtClean="0"/>
              <a:pPr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629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5" r:id="rId3"/>
    <p:sldLayoutId id="2147483661" r:id="rId4"/>
    <p:sldLayoutId id="2147483662" r:id="rId5"/>
    <p:sldLayoutId id="2147483667" r:id="rId6"/>
    <p:sldLayoutId id="2147483683" r:id="rId7"/>
    <p:sldLayoutId id="2147483668" r:id="rId8"/>
    <p:sldLayoutId id="2147483669" r:id="rId9"/>
    <p:sldLayoutId id="2147483660" r:id="rId10"/>
    <p:sldLayoutId id="2147483663" r:id="rId11"/>
    <p:sldLayoutId id="2147483666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0.png"/><Relationship Id="rId5" Type="http://schemas.openxmlformats.org/officeDocument/2006/relationships/tags" Target="../tags/tag5.xml"/><Relationship Id="rId10" Type="http://schemas.openxmlformats.org/officeDocument/2006/relationships/image" Target="../media/image9.svg"/><Relationship Id="rId4" Type="http://schemas.openxmlformats.org/officeDocument/2006/relationships/tags" Target="../tags/tag4.xml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 descr="Encadré d’arrière-plan - Instructions">
            <a:extLst>
              <a:ext uri="{FF2B5EF4-FFF2-40B4-BE49-F238E27FC236}">
                <a16:creationId xmlns:a16="http://schemas.microsoft.com/office/drawing/2014/main" id="{3844B058-3CE8-4852-BEF6-257F8549EE9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9961" y="3184734"/>
            <a:ext cx="3803798" cy="27964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CA"/>
          </a:p>
        </p:txBody>
      </p:sp>
      <p:sp>
        <p:nvSpPr>
          <p:cNvPr id="10" name="Zone de texte 9">
            <a:extLst>
              <a:ext uri="{FF2B5EF4-FFF2-40B4-BE49-F238E27FC236}">
                <a16:creationId xmlns:a16="http://schemas.microsoft.com/office/drawing/2014/main" id="{DBE590BD-3E87-43CE-BDCC-A6A81A22464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00432" y="3948112"/>
            <a:ext cx="300523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CA" sz="1400" dirty="0">
                <a:latin typeface="Arial Nova" panose="020B0504020202020204" pitchFamily="34" charset="0"/>
              </a:rPr>
              <a:t>Insérez le titre du client sur le </a:t>
            </a:r>
            <a:r>
              <a:rPr lang="fr-CA" sz="1400" b="1" dirty="0">
                <a:latin typeface="Arial Nova" panose="020B0504020202020204" pitchFamily="34" charset="0"/>
              </a:rPr>
              <a:t>masque des diapositives</a:t>
            </a:r>
          </a:p>
          <a:p>
            <a:pPr algn="ctr" rtl="0"/>
            <a:br>
              <a:rPr lang="fr-CA" dirty="0"/>
            </a:br>
            <a:r>
              <a:rPr lang="fr-CA" dirty="0"/>
              <a:t>    </a:t>
            </a:r>
            <a:r>
              <a:rPr lang="fr-CA" sz="1200" dirty="0">
                <a:latin typeface="Arial Nova" panose="020B0504020202020204" pitchFamily="34" charset="0"/>
              </a:rPr>
              <a:t>Affichage </a:t>
            </a:r>
            <a:r>
              <a:rPr lang="fr-CA" sz="1200" dirty="0">
                <a:latin typeface="Arial Nova" panose="020B0504020202020204" pitchFamily="34" charset="0"/>
                <a:sym typeface="Wingdings" panose="05000000000000000000" pitchFamily="2" charset="2"/>
              </a:rPr>
              <a:t></a:t>
            </a:r>
            <a:r>
              <a:rPr lang="fr-CA" sz="1200" dirty="0">
                <a:latin typeface="Arial Nova" panose="020B0504020202020204" pitchFamily="34" charset="0"/>
              </a:rPr>
              <a:t> Masque des diapositives</a:t>
            </a:r>
          </a:p>
          <a:p>
            <a:pPr rtl="0"/>
            <a:br>
              <a:rPr lang="fr-CA" sz="1200" dirty="0">
                <a:latin typeface="Arial Nova" panose="020B0504020202020204" pitchFamily="34" charset="0"/>
              </a:rPr>
            </a:br>
            <a:r>
              <a:rPr lang="fr-CA" sz="1200" dirty="0">
                <a:latin typeface="Arial Nova" panose="020B0504020202020204" pitchFamily="34" charset="0"/>
              </a:rPr>
              <a:t>Vérifiez que vous êtes bien sur la </a:t>
            </a:r>
            <a:r>
              <a:rPr lang="fr-CA" sz="1200" b="1" dirty="0">
                <a:latin typeface="Arial Nova" panose="020B0504020202020204" pitchFamily="34" charset="0"/>
              </a:rPr>
              <a:t>première diapositive </a:t>
            </a:r>
            <a:r>
              <a:rPr lang="fr-CA" sz="1200" dirty="0">
                <a:latin typeface="Arial Nova" panose="020B0504020202020204" pitchFamily="34" charset="0"/>
              </a:rPr>
              <a:t>(masque), puis modifiez le texte concernant le nom du client et le titre de votre présentation. </a:t>
            </a:r>
            <a:endParaRPr lang="fr-CA" dirty="0">
              <a:latin typeface="Arial Nova" panose="020B0504020202020204" pitchFamily="34" charset="0"/>
            </a:endParaRPr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61A02E3A-E7B4-45B1-9EBC-3DB4D41F565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rtlCol="0"/>
          <a:lstStyle/>
          <a:p>
            <a:pPr rtl="0"/>
            <a:r>
              <a:rPr lang="fr"/>
              <a:t>How to customize this template</a:t>
            </a:r>
          </a:p>
        </p:txBody>
      </p:sp>
      <p:grpSp>
        <p:nvGrpSpPr>
          <p:cNvPr id="26" name="Groupe 25" descr="Comment utiliser ce modèle&#10;">
            <a:extLst>
              <a:ext uri="{FF2B5EF4-FFF2-40B4-BE49-F238E27FC236}">
                <a16:creationId xmlns:a16="http://schemas.microsoft.com/office/drawing/2014/main" id="{4F514963-5133-5A6F-2E06-D0185C0EABA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49961" y="-71603"/>
            <a:ext cx="3002130" cy="3083313"/>
            <a:chOff x="1341135" y="527364"/>
            <a:chExt cx="3002130" cy="3083313"/>
          </a:xfrm>
        </p:grpSpPr>
        <p:sp>
          <p:nvSpPr>
            <p:cNvPr id="27" name="Ovale 36" title="Graphismes d’arrière-plan circulaires">
              <a:extLst>
                <a:ext uri="{FF2B5EF4-FFF2-40B4-BE49-F238E27FC236}">
                  <a16:creationId xmlns:a16="http://schemas.microsoft.com/office/drawing/2014/main" id="{26B4A10B-41B8-5E53-6F7A-B701BCA2E699}"/>
                </a:ext>
              </a:extLst>
            </p:cNvPr>
            <p:cNvSpPr/>
            <p:nvPr/>
          </p:nvSpPr>
          <p:spPr>
            <a:xfrm>
              <a:off x="1341135" y="814260"/>
              <a:ext cx="2796417" cy="279641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lnSpc>
                  <a:spcPts val="3000"/>
                </a:lnSpc>
              </a:pPr>
              <a:r>
                <a:rPr lang="fr-CA" sz="2000" b="1" dirty="0">
                  <a:latin typeface="Arial Nova" panose="020B0504020202020204" pitchFamily="34" charset="0"/>
                </a:rPr>
                <a:t>Comment</a:t>
              </a:r>
              <a:r>
                <a:rPr lang="fr-CA" sz="2000" dirty="0">
                  <a:latin typeface="Arial Nova" panose="020B0504020202020204" pitchFamily="34" charset="0"/>
                </a:rPr>
                <a:t> </a:t>
              </a:r>
              <a:r>
                <a:rPr lang="fr-CA" sz="2000" i="1" dirty="0">
                  <a:latin typeface="Arial Nova" panose="020B0504020202020204" pitchFamily="34" charset="0"/>
                </a:rPr>
                <a:t>personnaliser </a:t>
              </a:r>
              <a:r>
                <a:rPr lang="fr-CA" sz="2000" dirty="0">
                  <a:latin typeface="Arial Nova" panose="020B0504020202020204" pitchFamily="34" charset="0"/>
                </a:rPr>
                <a:t>ce modèle</a:t>
              </a:r>
            </a:p>
          </p:txBody>
        </p:sp>
        <p:sp>
          <p:nvSpPr>
            <p:cNvPr id="28" name="Ovale 39" title="Graphismes d’arrière-plan circulaires">
              <a:extLst>
                <a:ext uri="{FF2B5EF4-FFF2-40B4-BE49-F238E27FC236}">
                  <a16:creationId xmlns:a16="http://schemas.microsoft.com/office/drawing/2014/main" id="{9B467861-D27C-066A-C1A6-FE3FF4B6B3E8}"/>
                </a:ext>
              </a:extLst>
            </p:cNvPr>
            <p:cNvSpPr/>
            <p:nvPr/>
          </p:nvSpPr>
          <p:spPr>
            <a:xfrm>
              <a:off x="3125525" y="527364"/>
              <a:ext cx="1217740" cy="12177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CA"/>
            </a:p>
          </p:txBody>
        </p:sp>
        <p:sp>
          <p:nvSpPr>
            <p:cNvPr id="29" name="Ovale 40" title="Graphismes d’arrière-plan circulaires">
              <a:extLst>
                <a:ext uri="{FF2B5EF4-FFF2-40B4-BE49-F238E27FC236}">
                  <a16:creationId xmlns:a16="http://schemas.microsoft.com/office/drawing/2014/main" id="{E29CBFDE-8F82-056E-2E33-98322C2FC793}"/>
                </a:ext>
              </a:extLst>
            </p:cNvPr>
            <p:cNvSpPr/>
            <p:nvPr/>
          </p:nvSpPr>
          <p:spPr>
            <a:xfrm>
              <a:off x="1537865" y="3001655"/>
              <a:ext cx="360000" cy="36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CA"/>
            </a:p>
          </p:txBody>
        </p:sp>
        <p:sp>
          <p:nvSpPr>
            <p:cNvPr id="30" name="Titre 2">
              <a:extLst>
                <a:ext uri="{FF2B5EF4-FFF2-40B4-BE49-F238E27FC236}">
                  <a16:creationId xmlns:a16="http://schemas.microsoft.com/office/drawing/2014/main" id="{314AC67F-0AD3-7B35-371C-E26284904DE8}"/>
                </a:ext>
              </a:extLst>
            </p:cNvPr>
            <p:cNvSpPr txBox="1">
              <a:spLocks/>
            </p:cNvSpPr>
            <p:nvPr/>
          </p:nvSpPr>
          <p:spPr>
            <a:xfrm>
              <a:off x="3133073" y="654208"/>
              <a:ext cx="1188691" cy="1186824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 spc="-15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rtl="0"/>
              <a:r>
                <a:rPr lang="fr-CA" sz="72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0EE6B549-B764-D0EB-870E-8002BF3F148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117040" y="184811"/>
            <a:ext cx="11931668" cy="5695971"/>
            <a:chOff x="117040" y="184811"/>
            <a:chExt cx="11931668" cy="5695971"/>
          </a:xfrm>
        </p:grpSpPr>
        <p:sp>
          <p:nvSpPr>
            <p:cNvPr id="31" name="Rectangle 30" descr="Encadré d’arrière-plan - Instructions">
              <a:extLst>
                <a:ext uri="{FF2B5EF4-FFF2-40B4-BE49-F238E27FC236}">
                  <a16:creationId xmlns:a16="http://schemas.microsoft.com/office/drawing/2014/main" id="{525EE823-7B3C-CA8E-76EC-D4FDE39E1CCF}"/>
                </a:ext>
              </a:extLst>
            </p:cNvPr>
            <p:cNvSpPr/>
            <p:nvPr/>
          </p:nvSpPr>
          <p:spPr>
            <a:xfrm>
              <a:off x="8185066" y="309412"/>
              <a:ext cx="3803798" cy="343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CA"/>
            </a:p>
          </p:txBody>
        </p:sp>
        <p:sp>
          <p:nvSpPr>
            <p:cNvPr id="14" name="Zone de texte 13">
              <a:extLst>
                <a:ext uri="{FF2B5EF4-FFF2-40B4-BE49-F238E27FC236}">
                  <a16:creationId xmlns:a16="http://schemas.microsoft.com/office/drawing/2014/main" id="{7EAFFD73-4869-4CC3-8C60-E7C58E91DDE1}"/>
                </a:ext>
              </a:extLst>
            </p:cNvPr>
            <p:cNvSpPr txBox="1"/>
            <p:nvPr/>
          </p:nvSpPr>
          <p:spPr>
            <a:xfrm>
              <a:off x="682728" y="3280505"/>
              <a:ext cx="30052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CA" sz="1600" b="1">
                  <a:latin typeface="Arial Nova" panose="020B0504020202020204" pitchFamily="34" charset="0"/>
                </a:rPr>
                <a:t>Nom du client et titre de la présentation</a:t>
              </a:r>
            </a:p>
          </p:txBody>
        </p:sp>
        <p:sp>
          <p:nvSpPr>
            <p:cNvPr id="36" name="Rectangle 35" descr="Encadré d’arrière-plan - Instructions">
              <a:extLst>
                <a:ext uri="{FF2B5EF4-FFF2-40B4-BE49-F238E27FC236}">
                  <a16:creationId xmlns:a16="http://schemas.microsoft.com/office/drawing/2014/main" id="{076CBD10-D15D-4FC1-8D9B-B4BEB3C1E3E5}"/>
                </a:ext>
              </a:extLst>
            </p:cNvPr>
            <p:cNvSpPr/>
            <p:nvPr/>
          </p:nvSpPr>
          <p:spPr>
            <a:xfrm>
              <a:off x="4267199" y="3947958"/>
              <a:ext cx="7781509" cy="1932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CA"/>
            </a:p>
          </p:txBody>
        </p:sp>
        <p:sp>
          <p:nvSpPr>
            <p:cNvPr id="23" name="Zone de texte 22">
              <a:extLst>
                <a:ext uri="{FF2B5EF4-FFF2-40B4-BE49-F238E27FC236}">
                  <a16:creationId xmlns:a16="http://schemas.microsoft.com/office/drawing/2014/main" id="{92C20CDD-0E88-460E-B553-CC0BFE2D7E81}"/>
                </a:ext>
              </a:extLst>
            </p:cNvPr>
            <p:cNvSpPr txBox="1"/>
            <p:nvPr/>
          </p:nvSpPr>
          <p:spPr>
            <a:xfrm>
              <a:off x="7979148" y="4038982"/>
              <a:ext cx="31186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sz="1400" b="1">
                  <a:latin typeface="Arial Nova" panose="020B0504020202020204" pitchFamily="34" charset="0"/>
                </a:rPr>
                <a:t>Choisissez vos couleurs</a:t>
              </a:r>
            </a:p>
          </p:txBody>
        </p:sp>
        <p:sp>
          <p:nvSpPr>
            <p:cNvPr id="22" name="Zone de texte 21">
              <a:extLst>
                <a:ext uri="{FF2B5EF4-FFF2-40B4-BE49-F238E27FC236}">
                  <a16:creationId xmlns:a16="http://schemas.microsoft.com/office/drawing/2014/main" id="{0EDD0AB6-01C4-4545-BA3F-9047F2A0799E}"/>
                </a:ext>
              </a:extLst>
            </p:cNvPr>
            <p:cNvSpPr txBox="1"/>
            <p:nvPr/>
          </p:nvSpPr>
          <p:spPr>
            <a:xfrm>
              <a:off x="7777660" y="4425862"/>
              <a:ext cx="388632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fr-CA" sz="1400" dirty="0">
                  <a:latin typeface="Arial Nova" panose="020B0504020202020204" pitchFamily="34" charset="0"/>
                </a:rPr>
                <a:t>Modifiez la couleur de votre </a:t>
              </a:r>
              <a:br>
                <a:rPr lang="fr-CA" sz="1400" dirty="0">
                  <a:latin typeface="Arial Nova" panose="020B0504020202020204" pitchFamily="34" charset="0"/>
                </a:rPr>
              </a:br>
              <a:r>
                <a:rPr lang="fr-CA" sz="1400" dirty="0">
                  <a:latin typeface="Arial Nova" panose="020B0504020202020204" pitchFamily="34" charset="0"/>
                </a:rPr>
                <a:t>thème en </a:t>
              </a:r>
              <a:r>
                <a:rPr lang="fr-CA" sz="1400" dirty="0">
                  <a:latin typeface="Arial Nova" panose="020B0504020202020204" pitchFamily="34" charset="0"/>
                  <a:sym typeface="Wingdings" panose="05000000000000000000" pitchFamily="2" charset="2"/>
                </a:rPr>
                <a:t>mode </a:t>
              </a:r>
              <a:r>
                <a:rPr lang="fr-CA" sz="1400" b="1" dirty="0">
                  <a:latin typeface="Arial Nova" panose="020B0504020202020204" pitchFamily="34" charset="0"/>
                </a:rPr>
                <a:t>Masque des diapositives</a:t>
              </a:r>
              <a:br>
                <a:rPr lang="fr-CA" sz="1600" dirty="0">
                  <a:latin typeface="Arial Nova" panose="020B0504020202020204" pitchFamily="34" charset="0"/>
                </a:rPr>
              </a:br>
              <a:br>
                <a:rPr lang="fr-CA" dirty="0">
                  <a:latin typeface="Arial Nova" panose="020B0504020202020204" pitchFamily="34" charset="0"/>
                </a:rPr>
              </a:br>
              <a:r>
                <a:rPr lang="fr-CA" sz="1200" dirty="0">
                  <a:latin typeface="Arial Nova" panose="020B0504020202020204" pitchFamily="34" charset="0"/>
                </a:rPr>
                <a:t>Affichage </a:t>
              </a:r>
              <a:r>
                <a:rPr lang="fr-CA" sz="1200" dirty="0">
                  <a:latin typeface="Arial Nova" panose="020B0504020202020204" pitchFamily="34" charset="0"/>
                  <a:sym typeface="Wingdings" panose="05000000000000000000" pitchFamily="2" charset="2"/>
                </a:rPr>
                <a:t></a:t>
              </a:r>
              <a:r>
                <a:rPr lang="fr-CA" sz="1200" dirty="0">
                  <a:latin typeface="Arial Nova" panose="020B0504020202020204" pitchFamily="34" charset="0"/>
                </a:rPr>
                <a:t> Masque des diapositives </a:t>
              </a:r>
              <a:r>
                <a:rPr lang="fr-CA" sz="1200" dirty="0">
                  <a:latin typeface="Arial Nova" panose="020B0504020202020204" pitchFamily="34" charset="0"/>
                  <a:sym typeface="Wingdings" panose="05000000000000000000" pitchFamily="2" charset="2"/>
                </a:rPr>
                <a:t> Couleurs (</a:t>
              </a:r>
              <a:r>
                <a:rPr lang="fr-CA" sz="1200" i="1" dirty="0">
                  <a:latin typeface="Arial Nova" panose="020B0504020202020204" pitchFamily="34" charset="0"/>
                  <a:sym typeface="Wingdings" panose="05000000000000000000" pitchFamily="2" charset="2"/>
                </a:rPr>
                <a:t>flèche déroulante</a:t>
              </a:r>
              <a:r>
                <a:rPr lang="fr-CA" sz="1200" dirty="0">
                  <a:latin typeface="Arial Nova" panose="020B0504020202020204" pitchFamily="34" charset="0"/>
                  <a:sym typeface="Wingdings" panose="05000000000000000000" pitchFamily="2" charset="2"/>
                </a:rPr>
                <a:t>)</a:t>
              </a:r>
              <a:endParaRPr lang="fr-CA" dirty="0">
                <a:latin typeface="Arial Nova" panose="020B0504020202020204" pitchFamily="34" charset="0"/>
              </a:endParaRPr>
            </a:p>
          </p:txBody>
        </p:sp>
        <p:pic>
          <p:nvPicPr>
            <p:cNvPr id="35" name="Graphisme 34" title="Icône de clic">
              <a:extLst>
                <a:ext uri="{FF2B5EF4-FFF2-40B4-BE49-F238E27FC236}">
                  <a16:creationId xmlns:a16="http://schemas.microsoft.com/office/drawing/2014/main" id="{FE77A636-0A2F-43A6-A666-027B31BBE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418660" y="5474784"/>
              <a:ext cx="199025" cy="1990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15E4CC77-F166-480D-B4C3-5D8B48679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68584" y="4287960"/>
              <a:ext cx="2734442" cy="1186824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9" name="Zone de texte 38">
              <a:extLst>
                <a:ext uri="{FF2B5EF4-FFF2-40B4-BE49-F238E27FC236}">
                  <a16:creationId xmlns:a16="http://schemas.microsoft.com/office/drawing/2014/main" id="{EE816D14-AD3C-4935-8CBF-20A2233CD8EE}"/>
                </a:ext>
              </a:extLst>
            </p:cNvPr>
            <p:cNvSpPr txBox="1"/>
            <p:nvPr/>
          </p:nvSpPr>
          <p:spPr>
            <a:xfrm>
              <a:off x="9233270" y="2995447"/>
              <a:ext cx="18000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/>
              <a:r>
                <a:rPr lang="fr-CA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ova" panose="020B0504020202020204" pitchFamily="34" charset="0"/>
                </a:rPr>
                <a:t>Supprimez cette diapositive lorsque vous maîtrisez l’utilisation des modèles de masque de diapositive</a:t>
              </a:r>
            </a:p>
          </p:txBody>
        </p:sp>
        <p:grpSp>
          <p:nvGrpSpPr>
            <p:cNvPr id="54" name="Groupe 53" title="Graphisme de Corbeille">
              <a:extLst>
                <a:ext uri="{FF2B5EF4-FFF2-40B4-BE49-F238E27FC236}">
                  <a16:creationId xmlns:a16="http://schemas.microsoft.com/office/drawing/2014/main" id="{EDB4B58C-F60B-48DA-BCAD-2112E9BE7B4D}"/>
                </a:ext>
              </a:extLst>
            </p:cNvPr>
            <p:cNvGrpSpPr/>
            <p:nvPr/>
          </p:nvGrpSpPr>
          <p:grpSpPr>
            <a:xfrm>
              <a:off x="11190297" y="3017329"/>
              <a:ext cx="687382" cy="687382"/>
              <a:chOff x="11174860" y="467747"/>
              <a:chExt cx="687382" cy="687382"/>
            </a:xfrm>
          </p:grpSpPr>
          <p:sp>
            <p:nvSpPr>
              <p:cNvPr id="53" name="Ovale 52" title="Graphismes d’arrière-plan circulaires">
                <a:extLst>
                  <a:ext uri="{FF2B5EF4-FFF2-40B4-BE49-F238E27FC236}">
                    <a16:creationId xmlns:a16="http://schemas.microsoft.com/office/drawing/2014/main" id="{FAD8A723-1B46-4241-82C6-307FB9AFAA72}"/>
                  </a:ext>
                </a:extLst>
              </p:cNvPr>
              <p:cNvSpPr/>
              <p:nvPr/>
            </p:nvSpPr>
            <p:spPr>
              <a:xfrm>
                <a:off x="11174860" y="467747"/>
                <a:ext cx="687382" cy="68738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CA"/>
              </a:p>
            </p:txBody>
          </p:sp>
          <p:sp>
            <p:nvSpPr>
              <p:cNvPr id="49" name="Graphisme 47" title="Icône de Corbeille">
                <a:extLst>
                  <a:ext uri="{FF2B5EF4-FFF2-40B4-BE49-F238E27FC236}">
                    <a16:creationId xmlns:a16="http://schemas.microsoft.com/office/drawing/2014/main" id="{8DA3E33B-4A06-4660-8AE8-549D26985401}"/>
                  </a:ext>
                </a:extLst>
              </p:cNvPr>
              <p:cNvSpPr/>
              <p:nvPr/>
            </p:nvSpPr>
            <p:spPr>
              <a:xfrm>
                <a:off x="11388555" y="650855"/>
                <a:ext cx="259992" cy="321166"/>
              </a:xfrm>
              <a:custGeom>
                <a:avLst/>
                <a:gdLst>
                  <a:gd name="connsiteX0" fmla="*/ 407881 w 418718"/>
                  <a:gd name="connsiteY0" fmla="*/ 116995 h 517240"/>
                  <a:gd name="connsiteX1" fmla="*/ 406403 w 418718"/>
                  <a:gd name="connsiteY1" fmla="*/ 129803 h 517240"/>
                  <a:gd name="connsiteX2" fmla="*/ 19951 w 418718"/>
                  <a:gd name="connsiteY2" fmla="*/ 129803 h 517240"/>
                  <a:gd name="connsiteX3" fmla="*/ 18473 w 418718"/>
                  <a:gd name="connsiteY3" fmla="*/ 116995 h 517240"/>
                  <a:gd name="connsiteX4" fmla="*/ 78818 w 418718"/>
                  <a:gd name="connsiteY4" fmla="*/ 57635 h 517240"/>
                  <a:gd name="connsiteX5" fmla="*/ 136453 w 418718"/>
                  <a:gd name="connsiteY5" fmla="*/ 57635 h 517240"/>
                  <a:gd name="connsiteX6" fmla="*/ 175122 w 418718"/>
                  <a:gd name="connsiteY6" fmla="*/ 18474 h 517240"/>
                  <a:gd name="connsiteX7" fmla="*/ 175369 w 418718"/>
                  <a:gd name="connsiteY7" fmla="*/ 18473 h 517240"/>
                  <a:gd name="connsiteX8" fmla="*/ 251231 w 418718"/>
                  <a:gd name="connsiteY8" fmla="*/ 18473 h 517240"/>
                  <a:gd name="connsiteX9" fmla="*/ 289408 w 418718"/>
                  <a:gd name="connsiteY9" fmla="*/ 57389 h 517240"/>
                  <a:gd name="connsiteX10" fmla="*/ 289408 w 418718"/>
                  <a:gd name="connsiteY10" fmla="*/ 57389 h 517240"/>
                  <a:gd name="connsiteX11" fmla="*/ 347044 w 418718"/>
                  <a:gd name="connsiteY11" fmla="*/ 57389 h 517240"/>
                  <a:gd name="connsiteX12" fmla="*/ 407881 w 418718"/>
                  <a:gd name="connsiteY12" fmla="*/ 116995 h 517240"/>
                  <a:gd name="connsiteX13" fmla="*/ 36453 w 418718"/>
                  <a:gd name="connsiteY13" fmla="*/ 157389 h 517240"/>
                  <a:gd name="connsiteX14" fmla="*/ 389901 w 418718"/>
                  <a:gd name="connsiteY14" fmla="*/ 157389 h 517240"/>
                  <a:gd name="connsiteX15" fmla="*/ 389901 w 418718"/>
                  <a:gd name="connsiteY15" fmla="*/ 456896 h 517240"/>
                  <a:gd name="connsiteX16" fmla="*/ 349507 w 418718"/>
                  <a:gd name="connsiteY16" fmla="*/ 509359 h 517240"/>
                  <a:gd name="connsiteX17" fmla="*/ 336453 w 418718"/>
                  <a:gd name="connsiteY17" fmla="*/ 511083 h 517240"/>
                  <a:gd name="connsiteX18" fmla="*/ 87931 w 418718"/>
                  <a:gd name="connsiteY18" fmla="*/ 511083 h 517240"/>
                  <a:gd name="connsiteX19" fmla="*/ 36452 w 418718"/>
                  <a:gd name="connsiteY19" fmla="*/ 457172 h 517240"/>
                  <a:gd name="connsiteX20" fmla="*/ 36453 w 418718"/>
                  <a:gd name="connsiteY20" fmla="*/ 457142 h 517240"/>
                  <a:gd name="connsiteX21" fmla="*/ 36453 w 418718"/>
                  <a:gd name="connsiteY21" fmla="*/ 157635 h 517240"/>
                  <a:gd name="connsiteX22" fmla="*/ 282758 w 418718"/>
                  <a:gd name="connsiteY22" fmla="*/ 440640 h 517240"/>
                  <a:gd name="connsiteX23" fmla="*/ 300492 w 418718"/>
                  <a:gd name="connsiteY23" fmla="*/ 458374 h 517240"/>
                  <a:gd name="connsiteX24" fmla="*/ 301724 w 418718"/>
                  <a:gd name="connsiteY24" fmla="*/ 458374 h 517240"/>
                  <a:gd name="connsiteX25" fmla="*/ 318719 w 418718"/>
                  <a:gd name="connsiteY25" fmla="*/ 439654 h 517240"/>
                  <a:gd name="connsiteX26" fmla="*/ 318719 w 418718"/>
                  <a:gd name="connsiteY26" fmla="*/ 229556 h 517240"/>
                  <a:gd name="connsiteX27" fmla="*/ 318719 w 418718"/>
                  <a:gd name="connsiteY27" fmla="*/ 222906 h 517240"/>
                  <a:gd name="connsiteX28" fmla="*/ 296379 w 418718"/>
                  <a:gd name="connsiteY28" fmla="*/ 210762 h 517240"/>
                  <a:gd name="connsiteX29" fmla="*/ 283497 w 418718"/>
                  <a:gd name="connsiteY29" fmla="*/ 227832 h 517240"/>
                  <a:gd name="connsiteX30" fmla="*/ 283497 w 418718"/>
                  <a:gd name="connsiteY30" fmla="*/ 440640 h 517240"/>
                  <a:gd name="connsiteX31" fmla="*/ 194088 w 418718"/>
                  <a:gd name="connsiteY31" fmla="*/ 440640 h 517240"/>
                  <a:gd name="connsiteX32" fmla="*/ 211822 w 418718"/>
                  <a:gd name="connsiteY32" fmla="*/ 458374 h 517240"/>
                  <a:gd name="connsiteX33" fmla="*/ 215517 w 418718"/>
                  <a:gd name="connsiteY33" fmla="*/ 458374 h 517240"/>
                  <a:gd name="connsiteX34" fmla="*/ 232019 w 418718"/>
                  <a:gd name="connsiteY34" fmla="*/ 439654 h 517240"/>
                  <a:gd name="connsiteX35" fmla="*/ 232019 w 418718"/>
                  <a:gd name="connsiteY35" fmla="*/ 229310 h 517240"/>
                  <a:gd name="connsiteX36" fmla="*/ 232019 w 418718"/>
                  <a:gd name="connsiteY36" fmla="*/ 222906 h 517240"/>
                  <a:gd name="connsiteX37" fmla="*/ 214532 w 418718"/>
                  <a:gd name="connsiteY37" fmla="*/ 209852 h 517240"/>
                  <a:gd name="connsiteX38" fmla="*/ 197044 w 418718"/>
                  <a:gd name="connsiteY38" fmla="*/ 228078 h 517240"/>
                  <a:gd name="connsiteX39" fmla="*/ 197044 w 418718"/>
                  <a:gd name="connsiteY39" fmla="*/ 440640 h 517240"/>
                  <a:gd name="connsiteX40" fmla="*/ 105419 w 418718"/>
                  <a:gd name="connsiteY40" fmla="*/ 440640 h 517240"/>
                  <a:gd name="connsiteX41" fmla="*/ 123153 w 418718"/>
                  <a:gd name="connsiteY41" fmla="*/ 458374 h 517240"/>
                  <a:gd name="connsiteX42" fmla="*/ 123153 w 418718"/>
                  <a:gd name="connsiteY42" fmla="*/ 458374 h 517240"/>
                  <a:gd name="connsiteX43" fmla="*/ 141641 w 418718"/>
                  <a:gd name="connsiteY43" fmla="*/ 441948 h 517240"/>
                  <a:gd name="connsiteX44" fmla="*/ 141625 w 418718"/>
                  <a:gd name="connsiteY44" fmla="*/ 439654 h 517240"/>
                  <a:gd name="connsiteX45" fmla="*/ 141625 w 418718"/>
                  <a:gd name="connsiteY45" fmla="*/ 229310 h 517240"/>
                  <a:gd name="connsiteX46" fmla="*/ 141625 w 418718"/>
                  <a:gd name="connsiteY46" fmla="*/ 222906 h 517240"/>
                  <a:gd name="connsiteX47" fmla="*/ 120363 w 418718"/>
                  <a:gd name="connsiteY47" fmla="*/ 209605 h 517240"/>
                  <a:gd name="connsiteX48" fmla="*/ 106650 w 418718"/>
                  <a:gd name="connsiteY48" fmla="*/ 228078 h 517240"/>
                  <a:gd name="connsiteX49" fmla="*/ 106650 w 418718"/>
                  <a:gd name="connsiteY49" fmla="*/ 440640 h 517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418718" h="517240">
                    <a:moveTo>
                      <a:pt x="407881" y="116995"/>
                    </a:moveTo>
                    <a:cubicBezTo>
                      <a:pt x="407876" y="121306"/>
                      <a:pt x="407379" y="125603"/>
                      <a:pt x="406403" y="129803"/>
                    </a:cubicBezTo>
                    <a:lnTo>
                      <a:pt x="19951" y="129803"/>
                    </a:lnTo>
                    <a:cubicBezTo>
                      <a:pt x="18974" y="125603"/>
                      <a:pt x="18479" y="121306"/>
                      <a:pt x="18473" y="116995"/>
                    </a:cubicBezTo>
                    <a:cubicBezTo>
                      <a:pt x="19011" y="84053"/>
                      <a:pt x="45871" y="57631"/>
                      <a:pt x="78818" y="57635"/>
                    </a:cubicBezTo>
                    <a:lnTo>
                      <a:pt x="136453" y="57635"/>
                    </a:lnTo>
                    <a:cubicBezTo>
                      <a:pt x="136317" y="36143"/>
                      <a:pt x="153630" y="18610"/>
                      <a:pt x="175122" y="18474"/>
                    </a:cubicBezTo>
                    <a:cubicBezTo>
                      <a:pt x="175204" y="18473"/>
                      <a:pt x="175287" y="18473"/>
                      <a:pt x="175369" y="18473"/>
                    </a:cubicBezTo>
                    <a:lnTo>
                      <a:pt x="251231" y="18473"/>
                    </a:lnTo>
                    <a:cubicBezTo>
                      <a:pt x="272492" y="18743"/>
                      <a:pt x="289546" y="36127"/>
                      <a:pt x="289408" y="57389"/>
                    </a:cubicBezTo>
                    <a:lnTo>
                      <a:pt x="289408" y="57389"/>
                    </a:lnTo>
                    <a:lnTo>
                      <a:pt x="347044" y="57389"/>
                    </a:lnTo>
                    <a:cubicBezTo>
                      <a:pt x="380278" y="57115"/>
                      <a:pt x="407475" y="83763"/>
                      <a:pt x="407881" y="116995"/>
                    </a:cubicBezTo>
                    <a:close/>
                    <a:moveTo>
                      <a:pt x="36453" y="157389"/>
                    </a:moveTo>
                    <a:lnTo>
                      <a:pt x="389901" y="157389"/>
                    </a:lnTo>
                    <a:lnTo>
                      <a:pt x="389901" y="456896"/>
                    </a:lnTo>
                    <a:cubicBezTo>
                      <a:pt x="390566" y="481746"/>
                      <a:pt x="373699" y="503649"/>
                      <a:pt x="349507" y="509359"/>
                    </a:cubicBezTo>
                    <a:cubicBezTo>
                      <a:pt x="345261" y="510553"/>
                      <a:pt x="340864" y="511132"/>
                      <a:pt x="336453" y="511083"/>
                    </a:cubicBezTo>
                    <a:lnTo>
                      <a:pt x="87931" y="511083"/>
                    </a:lnTo>
                    <a:cubicBezTo>
                      <a:pt x="58828" y="510410"/>
                      <a:pt x="35780" y="486273"/>
                      <a:pt x="36452" y="457172"/>
                    </a:cubicBezTo>
                    <a:cubicBezTo>
                      <a:pt x="36453" y="457162"/>
                      <a:pt x="36453" y="457152"/>
                      <a:pt x="36453" y="457142"/>
                    </a:cubicBezTo>
                    <a:lnTo>
                      <a:pt x="36453" y="157635"/>
                    </a:lnTo>
                    <a:close/>
                    <a:moveTo>
                      <a:pt x="282758" y="440640"/>
                    </a:moveTo>
                    <a:cubicBezTo>
                      <a:pt x="282758" y="450433"/>
                      <a:pt x="290699" y="458374"/>
                      <a:pt x="300492" y="458374"/>
                    </a:cubicBezTo>
                    <a:lnTo>
                      <a:pt x="301724" y="458374"/>
                    </a:lnTo>
                    <a:cubicBezTo>
                      <a:pt x="311561" y="457842"/>
                      <a:pt x="319137" y="449497"/>
                      <a:pt x="318719" y="439654"/>
                    </a:cubicBezTo>
                    <a:lnTo>
                      <a:pt x="318719" y="229556"/>
                    </a:lnTo>
                    <a:cubicBezTo>
                      <a:pt x="318960" y="227346"/>
                      <a:pt x="318960" y="225116"/>
                      <a:pt x="318719" y="222906"/>
                    </a:cubicBezTo>
                    <a:cubicBezTo>
                      <a:pt x="315903" y="213383"/>
                      <a:pt x="305901" y="207947"/>
                      <a:pt x="296379" y="210762"/>
                    </a:cubicBezTo>
                    <a:cubicBezTo>
                      <a:pt x="288800" y="213004"/>
                      <a:pt x="283573" y="219930"/>
                      <a:pt x="283497" y="227832"/>
                    </a:cubicBezTo>
                    <a:lnTo>
                      <a:pt x="283497" y="440640"/>
                    </a:lnTo>
                    <a:close/>
                    <a:moveTo>
                      <a:pt x="194088" y="440640"/>
                    </a:moveTo>
                    <a:cubicBezTo>
                      <a:pt x="194088" y="450433"/>
                      <a:pt x="202028" y="458374"/>
                      <a:pt x="211822" y="458374"/>
                    </a:cubicBezTo>
                    <a:lnTo>
                      <a:pt x="215517" y="458374"/>
                    </a:lnTo>
                    <a:cubicBezTo>
                      <a:pt x="225220" y="457714"/>
                      <a:pt x="232582" y="449364"/>
                      <a:pt x="232019" y="439654"/>
                    </a:cubicBezTo>
                    <a:lnTo>
                      <a:pt x="232019" y="229310"/>
                    </a:lnTo>
                    <a:cubicBezTo>
                      <a:pt x="232513" y="227204"/>
                      <a:pt x="232513" y="225012"/>
                      <a:pt x="232019" y="222906"/>
                    </a:cubicBezTo>
                    <a:cubicBezTo>
                      <a:pt x="229874" y="215059"/>
                      <a:pt x="222665" y="209677"/>
                      <a:pt x="214532" y="209852"/>
                    </a:cubicBezTo>
                    <a:cubicBezTo>
                      <a:pt x="204698" y="210120"/>
                      <a:pt x="196906" y="218242"/>
                      <a:pt x="197044" y="228078"/>
                    </a:cubicBezTo>
                    <a:lnTo>
                      <a:pt x="197044" y="440640"/>
                    </a:lnTo>
                    <a:close/>
                    <a:moveTo>
                      <a:pt x="105419" y="440640"/>
                    </a:moveTo>
                    <a:cubicBezTo>
                      <a:pt x="105419" y="450433"/>
                      <a:pt x="113358" y="458374"/>
                      <a:pt x="123153" y="458374"/>
                    </a:cubicBezTo>
                    <a:lnTo>
                      <a:pt x="123153" y="458374"/>
                    </a:lnTo>
                    <a:cubicBezTo>
                      <a:pt x="132794" y="458943"/>
                      <a:pt x="141071" y="451588"/>
                      <a:pt x="141641" y="441948"/>
                    </a:cubicBezTo>
                    <a:cubicBezTo>
                      <a:pt x="141686" y="441184"/>
                      <a:pt x="141681" y="440418"/>
                      <a:pt x="141625" y="439654"/>
                    </a:cubicBezTo>
                    <a:lnTo>
                      <a:pt x="141625" y="229310"/>
                    </a:lnTo>
                    <a:cubicBezTo>
                      <a:pt x="142119" y="227204"/>
                      <a:pt x="142119" y="225012"/>
                      <a:pt x="141625" y="222906"/>
                    </a:cubicBezTo>
                    <a:cubicBezTo>
                      <a:pt x="139427" y="213362"/>
                      <a:pt x="129908" y="207407"/>
                      <a:pt x="120363" y="209605"/>
                    </a:cubicBezTo>
                    <a:cubicBezTo>
                      <a:pt x="111876" y="211560"/>
                      <a:pt x="106065" y="219389"/>
                      <a:pt x="106650" y="228078"/>
                    </a:cubicBezTo>
                    <a:lnTo>
                      <a:pt x="106650" y="440640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fr-CA"/>
              </a:p>
            </p:txBody>
          </p:sp>
        </p:grpSp>
        <p:sp>
          <p:nvSpPr>
            <p:cNvPr id="32" name="Graphisme 18" title="Flèche - Instructions d’utilisation du modèle">
              <a:extLst>
                <a:ext uri="{FF2B5EF4-FFF2-40B4-BE49-F238E27FC236}">
                  <a16:creationId xmlns:a16="http://schemas.microsoft.com/office/drawing/2014/main" id="{1C423936-E785-4AA4-AE30-B44E99C3D5C5}"/>
                </a:ext>
              </a:extLst>
            </p:cNvPr>
            <p:cNvSpPr/>
            <p:nvPr/>
          </p:nvSpPr>
          <p:spPr>
            <a:xfrm rot="5780139" flipV="1">
              <a:off x="7188325" y="4091550"/>
              <a:ext cx="659696" cy="821727"/>
            </a:xfrm>
            <a:custGeom>
              <a:avLst/>
              <a:gdLst>
                <a:gd name="connsiteX0" fmla="*/ 27380 w 542925"/>
                <a:gd name="connsiteY0" fmla="*/ 669232 h 676275"/>
                <a:gd name="connsiteX1" fmla="*/ 138823 w 542925"/>
                <a:gd name="connsiteY1" fmla="*/ 376814 h 676275"/>
                <a:gd name="connsiteX2" fmla="*/ 352183 w 542925"/>
                <a:gd name="connsiteY2" fmla="*/ 147262 h 676275"/>
                <a:gd name="connsiteX3" fmla="*/ 485533 w 542925"/>
                <a:gd name="connsiteY3" fmla="*/ 68204 h 676275"/>
                <a:gd name="connsiteX4" fmla="*/ 469340 w 542925"/>
                <a:gd name="connsiteY4" fmla="*/ 96779 h 676275"/>
                <a:gd name="connsiteX5" fmla="*/ 416953 w 542925"/>
                <a:gd name="connsiteY5" fmla="*/ 192029 h 676275"/>
                <a:gd name="connsiteX6" fmla="*/ 433145 w 542925"/>
                <a:gd name="connsiteY6" fmla="*/ 216794 h 676275"/>
                <a:gd name="connsiteX7" fmla="*/ 484580 w 542925"/>
                <a:gd name="connsiteY7" fmla="*/ 124402 h 676275"/>
                <a:gd name="connsiteX8" fmla="*/ 509345 w 542925"/>
                <a:gd name="connsiteY8" fmla="*/ 78682 h 676275"/>
                <a:gd name="connsiteX9" fmla="*/ 536015 w 542925"/>
                <a:gd name="connsiteY9" fmla="*/ 37724 h 676275"/>
                <a:gd name="connsiteX10" fmla="*/ 524585 w 542925"/>
                <a:gd name="connsiteY10" fmla="*/ 7244 h 676275"/>
                <a:gd name="connsiteX11" fmla="*/ 297890 w 542925"/>
                <a:gd name="connsiteY11" fmla="*/ 39629 h 676275"/>
                <a:gd name="connsiteX12" fmla="*/ 307415 w 542925"/>
                <a:gd name="connsiteY12" fmla="*/ 71062 h 676275"/>
                <a:gd name="connsiteX13" fmla="*/ 436003 w 542925"/>
                <a:gd name="connsiteY13" fmla="*/ 54869 h 676275"/>
                <a:gd name="connsiteX14" fmla="*/ 233120 w 542925"/>
                <a:gd name="connsiteY14" fmla="*/ 208222 h 676275"/>
                <a:gd name="connsiteX15" fmla="*/ 57860 w 542925"/>
                <a:gd name="connsiteY15" fmla="*/ 473969 h 676275"/>
                <a:gd name="connsiteX16" fmla="*/ 7378 w 542925"/>
                <a:gd name="connsiteY16" fmla="*/ 648277 h 676275"/>
                <a:gd name="connsiteX17" fmla="*/ 14045 w 542925"/>
                <a:gd name="connsiteY17" fmla="*/ 670184 h 676275"/>
                <a:gd name="connsiteX18" fmla="*/ 27380 w 542925"/>
                <a:gd name="connsiteY18" fmla="*/ 669232 h 67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2925" h="676275">
                  <a:moveTo>
                    <a:pt x="27380" y="669232"/>
                  </a:moveTo>
                  <a:cubicBezTo>
                    <a:pt x="44525" y="565409"/>
                    <a:pt x="83578" y="465397"/>
                    <a:pt x="138823" y="376814"/>
                  </a:cubicBezTo>
                  <a:cubicBezTo>
                    <a:pt x="195020" y="288232"/>
                    <a:pt x="267410" y="209174"/>
                    <a:pt x="352183" y="147262"/>
                  </a:cubicBezTo>
                  <a:cubicBezTo>
                    <a:pt x="394093" y="116782"/>
                    <a:pt x="438860" y="90112"/>
                    <a:pt x="485533" y="68204"/>
                  </a:cubicBezTo>
                  <a:cubicBezTo>
                    <a:pt x="479818" y="77729"/>
                    <a:pt x="475055" y="87254"/>
                    <a:pt x="469340" y="96779"/>
                  </a:cubicBezTo>
                  <a:cubicBezTo>
                    <a:pt x="452195" y="128212"/>
                    <a:pt x="434098" y="160597"/>
                    <a:pt x="416953" y="192029"/>
                  </a:cubicBezTo>
                  <a:cubicBezTo>
                    <a:pt x="412190" y="201554"/>
                    <a:pt x="425525" y="230129"/>
                    <a:pt x="433145" y="216794"/>
                  </a:cubicBezTo>
                  <a:cubicBezTo>
                    <a:pt x="450290" y="186314"/>
                    <a:pt x="467435" y="154882"/>
                    <a:pt x="484580" y="124402"/>
                  </a:cubicBezTo>
                  <a:cubicBezTo>
                    <a:pt x="493153" y="109162"/>
                    <a:pt x="501725" y="93922"/>
                    <a:pt x="509345" y="78682"/>
                  </a:cubicBezTo>
                  <a:cubicBezTo>
                    <a:pt x="516965" y="64394"/>
                    <a:pt x="523633" y="48202"/>
                    <a:pt x="536015" y="37724"/>
                  </a:cubicBezTo>
                  <a:cubicBezTo>
                    <a:pt x="543635" y="31057"/>
                    <a:pt x="535063" y="5339"/>
                    <a:pt x="524585" y="7244"/>
                  </a:cubicBezTo>
                  <a:cubicBezTo>
                    <a:pt x="449338" y="21532"/>
                    <a:pt x="374090" y="32009"/>
                    <a:pt x="297890" y="39629"/>
                  </a:cubicBezTo>
                  <a:cubicBezTo>
                    <a:pt x="287413" y="40582"/>
                    <a:pt x="295033" y="72967"/>
                    <a:pt x="307415" y="71062"/>
                  </a:cubicBezTo>
                  <a:cubicBezTo>
                    <a:pt x="350278" y="66299"/>
                    <a:pt x="393140" y="61537"/>
                    <a:pt x="436003" y="54869"/>
                  </a:cubicBezTo>
                  <a:cubicBezTo>
                    <a:pt x="360755" y="94874"/>
                    <a:pt x="292175" y="147262"/>
                    <a:pt x="233120" y="208222"/>
                  </a:cubicBezTo>
                  <a:cubicBezTo>
                    <a:pt x="158825" y="284422"/>
                    <a:pt x="98818" y="375862"/>
                    <a:pt x="57860" y="473969"/>
                  </a:cubicBezTo>
                  <a:cubicBezTo>
                    <a:pt x="35000" y="530167"/>
                    <a:pt x="17855" y="588269"/>
                    <a:pt x="7378" y="648277"/>
                  </a:cubicBezTo>
                  <a:cubicBezTo>
                    <a:pt x="6425" y="655897"/>
                    <a:pt x="8330" y="665422"/>
                    <a:pt x="14045" y="670184"/>
                  </a:cubicBezTo>
                  <a:cubicBezTo>
                    <a:pt x="20713" y="676852"/>
                    <a:pt x="25475" y="675899"/>
                    <a:pt x="27380" y="669232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rtl="0"/>
              <a:endParaRPr lang="fr-CA"/>
            </a:p>
          </p:txBody>
        </p:sp>
        <p:sp>
          <p:nvSpPr>
            <p:cNvPr id="43" name="Ovale 42" title="Graphismes d’arrière-plan circulaires">
              <a:extLst>
                <a:ext uri="{FF2B5EF4-FFF2-40B4-BE49-F238E27FC236}">
                  <a16:creationId xmlns:a16="http://schemas.microsoft.com/office/drawing/2014/main" id="{C4AAE0A8-79D5-440B-B812-5976D3EDBD0C}"/>
                </a:ext>
              </a:extLst>
            </p:cNvPr>
            <p:cNvSpPr/>
            <p:nvPr/>
          </p:nvSpPr>
          <p:spPr>
            <a:xfrm>
              <a:off x="117040" y="2974092"/>
              <a:ext cx="426811" cy="4427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fr-CA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" name="Rectangle 6" descr="Encadré d’arrière-plan - Instructions">
              <a:extLst>
                <a:ext uri="{FF2B5EF4-FFF2-40B4-BE49-F238E27FC236}">
                  <a16:creationId xmlns:a16="http://schemas.microsoft.com/office/drawing/2014/main" id="{4853C9C8-609F-BAD0-1BB6-2A43988AB5EF}"/>
                </a:ext>
              </a:extLst>
            </p:cNvPr>
            <p:cNvSpPr/>
            <p:nvPr/>
          </p:nvSpPr>
          <p:spPr>
            <a:xfrm>
              <a:off x="3473382" y="192092"/>
              <a:ext cx="3803798" cy="17667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CA"/>
            </a:p>
          </p:txBody>
        </p:sp>
        <p:sp>
          <p:nvSpPr>
            <p:cNvPr id="9" name="Zone de texte 13">
              <a:extLst>
                <a:ext uri="{FF2B5EF4-FFF2-40B4-BE49-F238E27FC236}">
                  <a16:creationId xmlns:a16="http://schemas.microsoft.com/office/drawing/2014/main" id="{C8993657-201D-74FD-2127-0E0632897E6E}"/>
                </a:ext>
              </a:extLst>
            </p:cNvPr>
            <p:cNvSpPr txBox="1"/>
            <p:nvPr/>
          </p:nvSpPr>
          <p:spPr>
            <a:xfrm>
              <a:off x="3746512" y="323861"/>
              <a:ext cx="30052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CA" sz="1600" b="1" dirty="0">
                  <a:latin typeface="Arial Nova" panose="020B0504020202020204" pitchFamily="34" charset="0"/>
                </a:rPr>
                <a:t>Diapositive préassemblée</a:t>
              </a:r>
            </a:p>
          </p:txBody>
        </p:sp>
        <p:sp>
          <p:nvSpPr>
            <p:cNvPr id="11" name="Zone de texte 9">
              <a:extLst>
                <a:ext uri="{FF2B5EF4-FFF2-40B4-BE49-F238E27FC236}">
                  <a16:creationId xmlns:a16="http://schemas.microsoft.com/office/drawing/2014/main" id="{73B762B0-43F7-CB5C-6E54-5DB5F9090761}"/>
                </a:ext>
              </a:extLst>
            </p:cNvPr>
            <p:cNvSpPr txBox="1"/>
            <p:nvPr/>
          </p:nvSpPr>
          <p:spPr>
            <a:xfrm>
              <a:off x="3778666" y="696957"/>
              <a:ext cx="3005231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400" dirty="0">
                  <a:latin typeface="Arial Nova" panose="020B0504020202020204" pitchFamily="34" charset="0"/>
                </a:rPr>
                <a:t>Insérez une nouvelle diapositive blanche et cliquez sur disposition</a:t>
              </a:r>
            </a:p>
            <a:p>
              <a:pPr algn="ctr" rtl="0"/>
              <a:br>
                <a:rPr lang="fr-CA" dirty="0"/>
              </a:br>
              <a:r>
                <a:rPr lang="fr-CA" dirty="0"/>
                <a:t>    </a:t>
              </a:r>
              <a:r>
                <a:rPr lang="fr-CA" sz="1200" dirty="0">
                  <a:latin typeface="Arial Nova" panose="020B0504020202020204" pitchFamily="34" charset="0"/>
                </a:rPr>
                <a:t>Disposition </a:t>
              </a:r>
              <a:r>
                <a:rPr lang="fr-CA" sz="1200" dirty="0">
                  <a:latin typeface="Arial Nova" panose="020B0504020202020204" pitchFamily="34" charset="0"/>
                  <a:sym typeface="Wingdings" panose="05000000000000000000" pitchFamily="2" charset="2"/>
                </a:rPr>
                <a:t></a:t>
              </a:r>
              <a:r>
                <a:rPr lang="fr-CA" sz="1200" dirty="0">
                  <a:latin typeface="Arial Nova" panose="020B0504020202020204" pitchFamily="34" charset="0"/>
                </a:rPr>
                <a:t> Sélectionner le visuel désiré</a:t>
              </a:r>
            </a:p>
          </p:txBody>
        </p:sp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CA208A9C-4DC0-2AF6-F455-1BF897221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332663" y="1757024"/>
              <a:ext cx="1857634" cy="1238423"/>
            </a:xfrm>
            <a:prstGeom prst="rect">
              <a:avLst/>
            </a:prstGeom>
          </p:spPr>
        </p:pic>
        <p:sp>
          <p:nvSpPr>
            <p:cNvPr id="48" name="Zone de texte 13">
              <a:extLst>
                <a:ext uri="{FF2B5EF4-FFF2-40B4-BE49-F238E27FC236}">
                  <a16:creationId xmlns:a16="http://schemas.microsoft.com/office/drawing/2014/main" id="{EF0446EC-EB27-F01C-444A-6526AA118C2D}"/>
                </a:ext>
              </a:extLst>
            </p:cNvPr>
            <p:cNvSpPr txBox="1"/>
            <p:nvPr/>
          </p:nvSpPr>
          <p:spPr>
            <a:xfrm>
              <a:off x="8579487" y="420038"/>
              <a:ext cx="326255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CA" sz="1600" b="1" dirty="0">
                  <a:latin typeface="Arial Nova" panose="020B0504020202020204" pitchFamily="34" charset="0"/>
                </a:rPr>
                <a:t>Fermez le mode masque et supprimez cette diapositive</a:t>
              </a:r>
            </a:p>
          </p:txBody>
        </p:sp>
        <p:sp>
          <p:nvSpPr>
            <p:cNvPr id="50" name="Ovale 44" title="Graphismes d’arrière-plan circulaires">
              <a:extLst>
                <a:ext uri="{FF2B5EF4-FFF2-40B4-BE49-F238E27FC236}">
                  <a16:creationId xmlns:a16="http://schemas.microsoft.com/office/drawing/2014/main" id="{F1436C8B-8AAD-E1E8-D9CF-BF98EA8043FA}"/>
                </a:ext>
              </a:extLst>
            </p:cNvPr>
            <p:cNvSpPr/>
            <p:nvPr/>
          </p:nvSpPr>
          <p:spPr>
            <a:xfrm>
              <a:off x="4190824" y="3825576"/>
              <a:ext cx="426811" cy="4268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fr-CA" b="1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51" name="Zone de texte 9">
              <a:extLst>
                <a:ext uri="{FF2B5EF4-FFF2-40B4-BE49-F238E27FC236}">
                  <a16:creationId xmlns:a16="http://schemas.microsoft.com/office/drawing/2014/main" id="{28D04B7A-D5E9-E528-C1F0-706FD5E265F5}"/>
                </a:ext>
              </a:extLst>
            </p:cNvPr>
            <p:cNvSpPr txBox="1"/>
            <p:nvPr/>
          </p:nvSpPr>
          <p:spPr>
            <a:xfrm>
              <a:off x="8359450" y="1506029"/>
              <a:ext cx="34550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CA" sz="1200">
                  <a:latin typeface="Arial Nova" panose="020B0504020202020204" pitchFamily="34" charset="0"/>
                </a:rPr>
                <a:t>Masque des diapositives </a:t>
              </a:r>
              <a:r>
                <a:rPr lang="fr-CA" sz="1200">
                  <a:latin typeface="Arial Nova" panose="020B0504020202020204" pitchFamily="34" charset="0"/>
                  <a:sym typeface="Wingdings" panose="05000000000000000000" pitchFamily="2" charset="2"/>
                </a:rPr>
                <a:t> Fermer le mode Masque</a:t>
              </a:r>
              <a:endParaRPr lang="fr-CA" sz="1200">
                <a:latin typeface="Arial Nova" panose="020B0504020202020204" pitchFamily="34" charset="0"/>
              </a:endParaRPr>
            </a:p>
          </p:txBody>
        </p:sp>
        <p:sp>
          <p:nvSpPr>
            <p:cNvPr id="3" name="Rectangle 2" descr="Encadré d’arrière-plan - Instructions">
              <a:extLst>
                <a:ext uri="{FF2B5EF4-FFF2-40B4-BE49-F238E27FC236}">
                  <a16:creationId xmlns:a16="http://schemas.microsoft.com/office/drawing/2014/main" id="{EF9151AD-1CC7-A974-CD69-9D663803BCBB}"/>
                </a:ext>
              </a:extLst>
            </p:cNvPr>
            <p:cNvSpPr/>
            <p:nvPr/>
          </p:nvSpPr>
          <p:spPr>
            <a:xfrm>
              <a:off x="4210500" y="1993383"/>
              <a:ext cx="3803798" cy="17667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CA"/>
            </a:p>
          </p:txBody>
        </p:sp>
        <p:sp>
          <p:nvSpPr>
            <p:cNvPr id="44" name="Ovale 43" title="Graphismes d’arrière-plan circulaires">
              <a:extLst>
                <a:ext uri="{FF2B5EF4-FFF2-40B4-BE49-F238E27FC236}">
                  <a16:creationId xmlns:a16="http://schemas.microsoft.com/office/drawing/2014/main" id="{AD5E115B-A01C-4789-8FA0-CA1A95794CDC}"/>
                </a:ext>
              </a:extLst>
            </p:cNvPr>
            <p:cNvSpPr/>
            <p:nvPr/>
          </p:nvSpPr>
          <p:spPr>
            <a:xfrm>
              <a:off x="4057076" y="1979522"/>
              <a:ext cx="426811" cy="4268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fr-CA" b="1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5" name="Ovale 44" title="Graphismes d’arrière-plan circulaires">
              <a:extLst>
                <a:ext uri="{FF2B5EF4-FFF2-40B4-BE49-F238E27FC236}">
                  <a16:creationId xmlns:a16="http://schemas.microsoft.com/office/drawing/2014/main" id="{21E66B15-E014-7898-592F-A56579489E4E}"/>
                </a:ext>
              </a:extLst>
            </p:cNvPr>
            <p:cNvSpPr/>
            <p:nvPr/>
          </p:nvSpPr>
          <p:spPr>
            <a:xfrm>
              <a:off x="8023846" y="184811"/>
              <a:ext cx="426811" cy="4268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fr-CA" b="1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Zone de texte 13">
              <a:extLst>
                <a:ext uri="{FF2B5EF4-FFF2-40B4-BE49-F238E27FC236}">
                  <a16:creationId xmlns:a16="http://schemas.microsoft.com/office/drawing/2014/main" id="{533EC0CF-9F07-7012-FB38-08450E4DD2EB}"/>
                </a:ext>
              </a:extLst>
            </p:cNvPr>
            <p:cNvSpPr txBox="1"/>
            <p:nvPr/>
          </p:nvSpPr>
          <p:spPr>
            <a:xfrm>
              <a:off x="3687959" y="2132812"/>
              <a:ext cx="30052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fr-CA" sz="1600" b="1">
                  <a:latin typeface="Arial Nova" panose="020B0504020202020204" pitchFamily="34" charset="0"/>
                </a:rPr>
                <a:t>Titre du PPT</a:t>
              </a:r>
            </a:p>
          </p:txBody>
        </p:sp>
        <p:sp>
          <p:nvSpPr>
            <p:cNvPr id="8" name="Zone de texte 9">
              <a:extLst>
                <a:ext uri="{FF2B5EF4-FFF2-40B4-BE49-F238E27FC236}">
                  <a16:creationId xmlns:a16="http://schemas.microsoft.com/office/drawing/2014/main" id="{089FE0C9-1896-2D24-4825-111DE31C2AD4}"/>
                </a:ext>
              </a:extLst>
            </p:cNvPr>
            <p:cNvSpPr txBox="1"/>
            <p:nvPr/>
          </p:nvSpPr>
          <p:spPr>
            <a:xfrm>
              <a:off x="4190824" y="2458953"/>
              <a:ext cx="2056333" cy="1361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100" dirty="0">
                  <a:latin typeface="Arial Nova" panose="020B0504020202020204" pitchFamily="34" charset="0"/>
                </a:rPr>
                <a:t>Allez inscrire le nom et le propriétaire de votre PowerPoint si vous devez le partager avec un client</a:t>
              </a:r>
            </a:p>
            <a:p>
              <a:pPr algn="ctr"/>
              <a:br>
                <a:rPr lang="fr-CA" sz="1400" dirty="0"/>
              </a:br>
              <a:r>
                <a:rPr lang="fr-CA" sz="1400" dirty="0">
                  <a:latin typeface="Arial Nova" panose="020B0504020202020204" pitchFamily="34" charset="0"/>
                </a:rPr>
                <a:t>   </a:t>
              </a:r>
              <a:r>
                <a:rPr lang="fr-CA" sz="1100" dirty="0">
                  <a:latin typeface="Arial Nova" panose="020B0504020202020204" pitchFamily="34" charset="0"/>
                </a:rPr>
                <a:t>Fichier</a:t>
              </a:r>
              <a:r>
                <a:rPr lang="fr-CA" sz="1100" dirty="0">
                  <a:latin typeface="Arial Nova" panose="020B0504020202020204" pitchFamily="34" charset="0"/>
                  <a:sym typeface="Wingdings" panose="05000000000000000000" pitchFamily="2" charset="2"/>
                </a:rPr>
                <a:t></a:t>
              </a:r>
              <a:r>
                <a:rPr lang="fr-CA" sz="1100" dirty="0">
                  <a:latin typeface="Arial Nova" panose="020B0504020202020204" pitchFamily="34" charset="0"/>
                </a:rPr>
                <a:t> Information</a:t>
              </a:r>
            </a:p>
            <a:p>
              <a:pPr algn="ctr"/>
              <a:r>
                <a:rPr lang="fr-CA" sz="1100" dirty="0">
                  <a:latin typeface="Arial Nova" panose="020B0504020202020204" pitchFamily="34" charset="0"/>
                </a:rPr>
                <a:t>Changer le titre et l’auteur </a:t>
              </a:r>
            </a:p>
          </p:txBody>
        </p: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0CFDB9D3-0119-FAAC-9607-04F09B70A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256889" y="2011207"/>
              <a:ext cx="1821329" cy="176675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B01E84-EA40-5858-670E-AFAC1F2AC6A3}"/>
                </a:ext>
              </a:extLst>
            </p:cNvPr>
            <p:cNvSpPr/>
            <p:nvPr/>
          </p:nvSpPr>
          <p:spPr>
            <a:xfrm>
              <a:off x="6256889" y="2402688"/>
              <a:ext cx="1583898" cy="1113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0A0D858-94A5-198D-15E1-FABFFD0D6EAB}"/>
                </a:ext>
              </a:extLst>
            </p:cNvPr>
            <p:cNvSpPr/>
            <p:nvPr/>
          </p:nvSpPr>
          <p:spPr>
            <a:xfrm>
              <a:off x="6311077" y="3297897"/>
              <a:ext cx="1583898" cy="1113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45" name="Ovale 44" title="Graphismes d’arrière-plan circulaires">
            <a:extLst>
              <a:ext uri="{FF2B5EF4-FFF2-40B4-BE49-F238E27FC236}">
                <a16:creationId xmlns:a16="http://schemas.microsoft.com/office/drawing/2014/main" id="{840F97B3-0E1D-40DC-BF8C-2D40E7DDC61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390050" y="38686"/>
            <a:ext cx="426811" cy="4268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CA" b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2591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6B8F4D-2618-FFC7-6741-98C91AC9E83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13984" y="2783032"/>
            <a:ext cx="5041900" cy="704306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TITRE DU DOCUMENT</a:t>
            </a:r>
            <a:endParaRPr lang="fr-FR" b="1" dirty="0">
              <a:solidFill>
                <a:schemeClr val="accent1"/>
              </a:solidFill>
              <a:latin typeface="Arial Nova" panose="020B05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3DCDAEF-B413-D1F9-A96B-A3A89CF7205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213984" y="3429000"/>
            <a:ext cx="136672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b="1" dirty="0">
                <a:solidFill>
                  <a:schemeClr val="accent4">
                    <a:lumMod val="75000"/>
                  </a:schemeClr>
                </a:solidFill>
                <a:latin typeface="Arial Nova Light" panose="020B0304020202020204" pitchFamily="34" charset="0"/>
              </a:rPr>
              <a:t>Nom du client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7C0FADA-C6E0-2DF6-9E49-3E11C224ACF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13984" y="3959285"/>
            <a:ext cx="34798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500" dirty="0">
                <a:solidFill>
                  <a:srgbClr val="000064"/>
                </a:solidFill>
                <a:latin typeface="Arial Nova" panose="020B0504020202020204" pitchFamily="34" charset="0"/>
              </a:rPr>
              <a:t>Prénom Nom</a:t>
            </a:r>
          </a:p>
          <a:p>
            <a:r>
              <a:rPr lang="fr-FR" sz="1200" dirty="0">
                <a:solidFill>
                  <a:schemeClr val="bg2">
                    <a:lumMod val="10000"/>
                  </a:schemeClr>
                </a:solidFill>
                <a:latin typeface="Arial Nova Light" panose="020B0304020202020204" pitchFamily="34" charset="0"/>
                <a:cs typeface="Arial Nova Light" panose="020F0302020204030204" pitchFamily="34" charset="0"/>
              </a:rPr>
              <a:t>Titre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711E36F-EE9F-D73D-D19E-2C12F8AEF66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213984" y="4628069"/>
            <a:ext cx="34798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500" dirty="0">
                <a:solidFill>
                  <a:srgbClr val="000064"/>
                </a:solidFill>
                <a:latin typeface="Arial Nova" panose="020B0504020202020204" pitchFamily="34" charset="0"/>
              </a:rPr>
              <a:t>Prénom Nom</a:t>
            </a:r>
          </a:p>
          <a:p>
            <a:r>
              <a:rPr lang="fr-FR" sz="1200" dirty="0">
                <a:solidFill>
                  <a:schemeClr val="bg2">
                    <a:lumMod val="10000"/>
                  </a:schemeClr>
                </a:solidFill>
                <a:latin typeface="Arial Nova Light" panose="020B0304020202020204" pitchFamily="34" charset="0"/>
                <a:cs typeface="Arial Nova Light" panose="020F0302020204030204" pitchFamily="34" charset="0"/>
              </a:rPr>
              <a:t>Titre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3C39DF1-88C2-141F-607D-69835B3F88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213984" y="5262249"/>
            <a:ext cx="3479800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500" dirty="0">
                <a:solidFill>
                  <a:schemeClr val="accent3"/>
                </a:solidFill>
                <a:latin typeface="Arial Nova" panose="020B0504020202020204" pitchFamily="34" charset="0"/>
              </a:rPr>
              <a:t>Le XX mois 202X</a:t>
            </a:r>
          </a:p>
        </p:txBody>
      </p:sp>
    </p:spTree>
    <p:extLst>
      <p:ext uri="{BB962C8B-B14F-4D97-AF65-F5344CB8AC3E}">
        <p14:creationId xmlns:p14="http://schemas.microsoft.com/office/powerpoint/2010/main" val="1946130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66D4A-7012-D433-45CE-FB4DFF96FE3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/>
              <a:t>H1 Titre de la diapositive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B0BC1D-A7B0-A1EB-D3F0-13D9C90D258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marL="0" indent="0">
              <a:buClr>
                <a:srgbClr val="00C8FF"/>
              </a:buClr>
              <a:buNone/>
            </a:pP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Lorem ipsum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consectetur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elit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Sed non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risus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Suspendisse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lectus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tortor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dignissim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nec,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ultricies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sed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Cras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elementum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ultrices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diam.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Maecenas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ligula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massa,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varius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a, semper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congue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euismod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non, mi. Ut in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risus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volutpat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libero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pharetra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tempor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Cras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vestibulum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bibendum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augue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C8FF"/>
              </a:buClr>
              <a:buNone/>
            </a:pPr>
            <a:r>
              <a:rPr lang="fr-FR" sz="2200" b="1" dirty="0">
                <a:solidFill>
                  <a:schemeClr val="accent4">
                    <a:lumMod val="75000"/>
                  </a:schemeClr>
                </a:solidFill>
                <a:latin typeface="Arial Nova" panose="020B0504020202020204" pitchFamily="34" charset="0"/>
              </a:rPr>
              <a:t>H2 Sous-titre</a:t>
            </a:r>
          </a:p>
          <a:p>
            <a:pPr marL="0" indent="0">
              <a:buClr>
                <a:srgbClr val="00C8FF"/>
              </a:buClr>
              <a:buNone/>
            </a:pP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Proin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porttitor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orci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nec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nonummy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molestie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enim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est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eleifend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mi, non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fermentum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diam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nisl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erat. Duis semper. Duis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arcu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massa,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scelerisque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vitae,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consequat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in, pretium a,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enim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Pellentesque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congue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Ut in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risus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volutpat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libero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pharetra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tempor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Cras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vestibulum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bibendum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augue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Praesent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egestas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leo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in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pede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Praesent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blandit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odio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eu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enim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Pellentesque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sed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dui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ut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augue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blandit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sodales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Vestibulum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ante ipsum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primis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in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faucibus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orci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luctus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Proin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porttitor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orci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nec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nonummy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molestie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enim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est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eleifend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mi, non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fermentum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diam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nisl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erat. Duis semper. Duis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arcu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massa,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scelerisque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vitae,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consequat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in, pretium a,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enim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C8FF"/>
              </a:buClr>
              <a:buNone/>
            </a:pPr>
            <a:r>
              <a:rPr lang="fr-FR" sz="1800" b="1" dirty="0">
                <a:solidFill>
                  <a:schemeClr val="accent4">
                    <a:lumMod val="75000"/>
                  </a:schemeClr>
                </a:solidFill>
                <a:latin typeface="Arial Nova" panose="020B0504020202020204" pitchFamily="34" charset="0"/>
              </a:rPr>
              <a:t>H3 Sous-titre</a:t>
            </a:r>
          </a:p>
          <a:p>
            <a:pPr>
              <a:lnSpc>
                <a:spcPct val="100000"/>
              </a:lnSpc>
              <a:spcAft>
                <a:spcPts val="300"/>
              </a:spcAft>
              <a:buClr>
                <a:srgbClr val="00C8FF"/>
              </a:buClr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Cras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vestibulum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bibendum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augue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</a:p>
          <a:p>
            <a:pPr>
              <a:lnSpc>
                <a:spcPct val="100000"/>
              </a:lnSpc>
              <a:spcAft>
                <a:spcPts val="300"/>
              </a:spcAft>
              <a:buClr>
                <a:srgbClr val="00C8FF"/>
              </a:buClr>
            </a:pP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Praesent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egestas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leo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in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pede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</a:p>
          <a:p>
            <a:pPr>
              <a:lnSpc>
                <a:spcPct val="100000"/>
              </a:lnSpc>
              <a:spcAft>
                <a:spcPts val="300"/>
              </a:spcAft>
              <a:buClr>
                <a:srgbClr val="00C8FF"/>
              </a:buClr>
            </a:pP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Praesent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blandit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odio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eu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enim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252EE3-B4C7-11EB-F2E0-DE8CADC0188A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A42F33F7-1D97-4C7E-8D1C-7E75C37F9762}" type="slidenum">
              <a:rPr lang="en-CA" smtClean="0"/>
              <a:pPr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1265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66D4A-7012-D433-45CE-FB4DFF96FE3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/>
              <a:t>H1 Titre de la diapositive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B0BC1D-A7B0-A1EB-D3F0-13D9C90D258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Lorem ipsum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consectetur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elit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Sed non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risus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Suspendisse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lectus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tortor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dignissim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nec,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ultricies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sed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Cras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elementum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ultrices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diam.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Maecenas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ligula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massa,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varius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a, semper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congue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euismod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non, mi. Ut in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risus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volutpat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libero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pharetra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tempor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Cras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vestibulum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bibendum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augue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Cueillette des besoins et identification des particularités et du contexte de votre organisation. Cette cueillette se fera sous forme d'ateliers avec les équipes du client. Nous prévoyons en moyenne ente 2 et 4 ateliers afin de couvrir les sujets suivants :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Analyse en matière d'hébergement des renseignements personnels dans votre environnement et vos systèmes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﻿﻿Analyse des processus de demandes de droit à la </a:t>
            </a:r>
            <a:r>
              <a:rPr lang="fr-FR" sz="1200" dirty="0" err="1">
                <a:solidFill>
                  <a:schemeClr val="tx1"/>
                </a:solidFill>
                <a:latin typeface="Arial Nova" panose="020B0504020202020204" pitchFamily="34" charset="0"/>
              </a:rPr>
              <a:t>portabilit</a:t>
            </a:r>
            <a:endParaRPr lang="fr-FR" sz="1200" dirty="0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de « l'Espace comité loi 25 ».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du formulaire de demande à la portabilité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du registre des demandes à la portabilité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des automatisations souhaitées en lien avec les demandes à la portabilité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Accompagnement, soutien et amélioration continue de vos équipes afin d'assurer une prise en charge adéquate de la part du client.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Lorem ipsum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endParaRPr lang="fr-FR" sz="1400" dirty="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DDCE3C-93DA-EBE0-B6E3-9E2A63BCC5A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A42F33F7-1D97-4C7E-8D1C-7E75C37F9762}" type="slidenum">
              <a:rPr lang="en-CA" smtClean="0"/>
              <a:pPr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309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66D4A-7012-D433-45CE-FB4DFF96FE3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/>
              <a:t>H1 Titre de la diapositive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C705EAE-3B8F-BA52-92F9-A9D22505900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87857576"/>
              </p:ext>
            </p:extLst>
          </p:nvPr>
        </p:nvGraphicFramePr>
        <p:xfrm>
          <a:off x="458760" y="1550572"/>
          <a:ext cx="11274480" cy="1944000"/>
        </p:xfrm>
        <a:graphic>
          <a:graphicData uri="http://schemas.openxmlformats.org/drawingml/2006/table">
            <a:tbl>
              <a:tblPr firstRow="1">
                <a:effectLst>
                  <a:reflection stA="45000" endPos="65000" dist="50800" dir="5400000" sy="-100000" algn="bl" rotWithShape="0"/>
                </a:effectLst>
                <a:tableStyleId>{5C22544A-7EE6-4342-B048-85BDC9FD1C3A}</a:tableStyleId>
              </a:tblPr>
              <a:tblGrid>
                <a:gridCol w="2254896">
                  <a:extLst>
                    <a:ext uri="{9D8B030D-6E8A-4147-A177-3AD203B41FA5}">
                      <a16:colId xmlns:a16="http://schemas.microsoft.com/office/drawing/2014/main" val="847314745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3230128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54109039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2416752362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406839587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954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9457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657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771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43994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87EB64BA-BDA6-5106-C7FF-ABBE61DFF97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82560" y="1149076"/>
            <a:ext cx="820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fr-FR" sz="1800" b="1" dirty="0">
                <a:solidFill>
                  <a:schemeClr val="accent4">
                    <a:lumMod val="75000"/>
                  </a:schemeClr>
                </a:solidFill>
                <a:latin typeface="Arial Nova" panose="020B0504020202020204" pitchFamily="34" charset="0"/>
              </a:rPr>
              <a:t>H2 Tableau avec totaux</a:t>
            </a:r>
          </a:p>
        </p:txBody>
      </p:sp>
      <p:graphicFrame>
        <p:nvGraphicFramePr>
          <p:cNvPr id="8" name="Tableau 4">
            <a:extLst>
              <a:ext uri="{FF2B5EF4-FFF2-40B4-BE49-F238E27FC236}">
                <a16:creationId xmlns:a16="http://schemas.microsoft.com/office/drawing/2014/main" id="{F00D5396-756C-7388-D55B-75302E49F104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864209294"/>
              </p:ext>
            </p:extLst>
          </p:nvPr>
        </p:nvGraphicFramePr>
        <p:xfrm>
          <a:off x="458760" y="4032422"/>
          <a:ext cx="11274480" cy="158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4896">
                  <a:extLst>
                    <a:ext uri="{9D8B030D-6E8A-4147-A177-3AD203B41FA5}">
                      <a16:colId xmlns:a16="http://schemas.microsoft.com/office/drawing/2014/main" val="847314745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3230128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54109039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2416752362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406839587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954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1F2F2"/>
                          </a:highlight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9457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657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77139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8E90A9C8-252F-1951-DB53-CD4B75D7A88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82560" y="3663090"/>
            <a:ext cx="820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fr-FR" sz="1800" b="1" dirty="0">
                <a:solidFill>
                  <a:schemeClr val="accent4">
                    <a:lumMod val="75000"/>
                  </a:schemeClr>
                </a:solidFill>
                <a:latin typeface="Arial Nova" panose="020B0504020202020204" pitchFamily="34" charset="0"/>
              </a:rPr>
              <a:t>H2 Tableau régulier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5C44F4-8EEC-3140-32B7-04D71EABFD8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/>
        <p:txBody>
          <a:bodyPr/>
          <a:lstStyle/>
          <a:p>
            <a:fld id="{A42F33F7-1D97-4C7E-8D1C-7E75C37F9762}" type="slidenum">
              <a:rPr lang="en-CA" smtClean="0"/>
              <a:pPr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1941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66D4A-7012-D433-45CE-FB4DFF96FE3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H1 Titre de la diapositive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C705EAE-3B8F-BA52-92F9-A9D22505900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904892"/>
              </p:ext>
            </p:extLst>
          </p:nvPr>
        </p:nvGraphicFramePr>
        <p:xfrm>
          <a:off x="458760" y="1550572"/>
          <a:ext cx="11274480" cy="18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4896">
                  <a:extLst>
                    <a:ext uri="{9D8B030D-6E8A-4147-A177-3AD203B41FA5}">
                      <a16:colId xmlns:a16="http://schemas.microsoft.com/office/drawing/2014/main" val="847314745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3230128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54109039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2416752362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4068395874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FR" sz="1600" b="1" i="0">
                          <a:latin typeface="Arial Nova" panose="020B0504020202020204" pitchFamily="34" charset="0"/>
                        </a:rPr>
                        <a:t>SURTITRE DES COLONNES B, C ET 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fr-FR" sz="1600" b="1" i="0">
                          <a:latin typeface="Avenir Heavy" panose="02000503020000020003" pitchFamily="2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fr-FR" sz="1600" b="1" i="0">
                          <a:latin typeface="Avenir Heavy" panose="02000503020000020003" pitchFamily="2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1" i="0">
                          <a:latin typeface="Arial Nova" panose="020B0504020202020204" pitchFamily="34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83603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/>
                      <a:endParaRPr lang="fr-FR" sz="1600" b="1" i="0">
                        <a:latin typeface="Avenir Heavy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600" b="1" i="0">
                        <a:latin typeface="Avenir Heavy" panose="02000503020000020003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954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9457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771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43994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87EB64BA-BDA6-5106-C7FF-ABBE61DFF97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82560" y="1149076"/>
            <a:ext cx="820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fr-FR" sz="1800" b="1" dirty="0">
                <a:solidFill>
                  <a:schemeClr val="accent4">
                    <a:lumMod val="75000"/>
                  </a:schemeClr>
                </a:solidFill>
                <a:latin typeface="Arial Nova" panose="020B0504020202020204" pitchFamily="34" charset="0"/>
              </a:rPr>
              <a:t>H2 Tableau à double en-tête</a:t>
            </a: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1AA8E907-9D7C-7356-9A3C-419DED90CA60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15359933"/>
              </p:ext>
            </p:extLst>
          </p:nvPr>
        </p:nvGraphicFramePr>
        <p:xfrm>
          <a:off x="458760" y="4032422"/>
          <a:ext cx="11274480" cy="158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4896">
                  <a:extLst>
                    <a:ext uri="{9D8B030D-6E8A-4147-A177-3AD203B41FA5}">
                      <a16:colId xmlns:a16="http://schemas.microsoft.com/office/drawing/2014/main" val="847314745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3230128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54109039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2416752362"/>
                    </a:ext>
                  </a:extLst>
                </a:gridCol>
                <a:gridCol w="2254896">
                  <a:extLst>
                    <a:ext uri="{9D8B030D-6E8A-4147-A177-3AD203B41FA5}">
                      <a16:colId xmlns:a16="http://schemas.microsoft.com/office/drawing/2014/main" val="406839587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0" dirty="0">
                          <a:latin typeface="Arial Nova" panose="020B05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954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9457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657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77139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E6FFB7EB-7D98-D1FA-FEC6-8D994C1537C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82560" y="3663090"/>
            <a:ext cx="820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fr-FR" sz="1800" b="1" dirty="0">
                <a:solidFill>
                  <a:schemeClr val="accent4">
                    <a:lumMod val="75000"/>
                  </a:schemeClr>
                </a:solidFill>
                <a:latin typeface="Arial Nova" panose="020B0504020202020204" pitchFamily="34" charset="0"/>
              </a:rPr>
              <a:t>H2 Tableau régulier avec première colonne mise de l’avant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535824-D71D-D319-C86E-CD23D326DBED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/>
        <p:txBody>
          <a:bodyPr/>
          <a:lstStyle/>
          <a:p>
            <a:fld id="{A42F33F7-1D97-4C7E-8D1C-7E75C37F9762}" type="slidenum">
              <a:rPr lang="en-CA" smtClean="0"/>
              <a:pPr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9527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E3BAA0-2A91-1204-5D5D-254C670BEB9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/>
              <a:t>Titre de la diapositive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59B095-2E73-A906-05FC-6FCF1DA3828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400" b="1" dirty="0">
                <a:latin typeface="Arial Nova" panose="020B0504020202020204" pitchFamily="34" charset="0"/>
              </a:rPr>
              <a:t>Lorem ipsum </a:t>
            </a:r>
            <a:r>
              <a:rPr lang="fr-FR" sz="1400" b="1" dirty="0" err="1"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sit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latin typeface="Arial Nova" panose="020B0504020202020204" pitchFamily="34" charset="0"/>
              </a:rPr>
              <a:t>consectetur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elit</a:t>
            </a:r>
            <a:r>
              <a:rPr lang="fr-FR" sz="1400" b="1" dirty="0">
                <a:latin typeface="Arial Nova" panose="020B0504020202020204" pitchFamily="34" charset="0"/>
              </a:rPr>
              <a:t>. Sed non </a:t>
            </a:r>
            <a:r>
              <a:rPr lang="fr-FR" sz="1400" b="1" dirty="0" err="1">
                <a:latin typeface="Arial Nova" panose="020B0504020202020204" pitchFamily="34" charset="0"/>
              </a:rPr>
              <a:t>risus</a:t>
            </a:r>
            <a:r>
              <a:rPr lang="fr-FR" sz="1400" b="1" dirty="0">
                <a:latin typeface="Arial Nova" panose="020B0504020202020204" pitchFamily="34" charset="0"/>
              </a:rPr>
              <a:t>. Suspendisse </a:t>
            </a:r>
            <a:r>
              <a:rPr lang="fr-FR" sz="1400" b="1" dirty="0" err="1">
                <a:latin typeface="Arial Nova" panose="020B0504020202020204" pitchFamily="34" charset="0"/>
              </a:rPr>
              <a:t>lectus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tortor</a:t>
            </a:r>
            <a:r>
              <a:rPr lang="fr-FR" sz="1400" b="1" dirty="0"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latin typeface="Arial Nova" panose="020B0504020202020204" pitchFamily="34" charset="0"/>
              </a:rPr>
              <a:t>dignissim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sit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latin typeface="Arial Nova" panose="020B0504020202020204" pitchFamily="34" charset="0"/>
              </a:rPr>
              <a:t> nec, </a:t>
            </a:r>
            <a:r>
              <a:rPr lang="fr-FR" sz="1400" b="1" dirty="0" err="1">
                <a:latin typeface="Arial Nova" panose="020B0504020202020204" pitchFamily="34" charset="0"/>
              </a:rPr>
              <a:t>ultricies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sed</a:t>
            </a:r>
            <a:r>
              <a:rPr lang="fr-FR" sz="1400" b="1" dirty="0"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latin typeface="Arial Nova" panose="020B0504020202020204" pitchFamily="34" charset="0"/>
              </a:rPr>
              <a:t>. Cras </a:t>
            </a:r>
            <a:r>
              <a:rPr lang="fr-FR" sz="1400" b="1" dirty="0" err="1">
                <a:latin typeface="Arial Nova" panose="020B0504020202020204" pitchFamily="34" charset="0"/>
              </a:rPr>
              <a:t>elementum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ultrices</a:t>
            </a:r>
            <a:r>
              <a:rPr lang="fr-FR" sz="1400" b="1" dirty="0">
                <a:latin typeface="Arial Nova" panose="020B0504020202020204" pitchFamily="34" charset="0"/>
              </a:rPr>
              <a:t> diam.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fr-FR" sz="2200" b="1" dirty="0">
                <a:solidFill>
                  <a:schemeClr val="accent4">
                    <a:lumMod val="75000"/>
                  </a:schemeClr>
                </a:solidFill>
                <a:latin typeface="Arial Nova" panose="020B0504020202020204" pitchFamily="34" charset="0"/>
              </a:rPr>
              <a:t>H2 Sous-titre</a:t>
            </a:r>
          </a:p>
          <a:p>
            <a:pPr marL="0" indent="0">
              <a:buNone/>
            </a:pPr>
            <a:r>
              <a:rPr lang="fr-FR" sz="1400" dirty="0" err="1">
                <a:latin typeface="Arial Nova" panose="020B0504020202020204" pitchFamily="34" charset="0"/>
              </a:rPr>
              <a:t>Proin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porttitor</a:t>
            </a:r>
            <a:r>
              <a:rPr lang="fr-FR" sz="1400" dirty="0">
                <a:latin typeface="Arial Nova" panose="020B0504020202020204" pitchFamily="34" charset="0"/>
              </a:rPr>
              <a:t>, </a:t>
            </a:r>
            <a:r>
              <a:rPr lang="fr-FR" sz="1400" dirty="0" err="1">
                <a:latin typeface="Arial Nova" panose="020B0504020202020204" pitchFamily="34" charset="0"/>
              </a:rPr>
              <a:t>orci</a:t>
            </a:r>
            <a:r>
              <a:rPr lang="fr-FR" sz="1400" dirty="0">
                <a:latin typeface="Arial Nova" panose="020B0504020202020204" pitchFamily="34" charset="0"/>
              </a:rPr>
              <a:t> nec </a:t>
            </a:r>
            <a:r>
              <a:rPr lang="fr-FR" sz="1400" dirty="0" err="1">
                <a:latin typeface="Arial Nova" panose="020B0504020202020204" pitchFamily="34" charset="0"/>
              </a:rPr>
              <a:t>nonummy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molestie</a:t>
            </a:r>
            <a:r>
              <a:rPr lang="fr-FR" sz="1400" dirty="0">
                <a:latin typeface="Arial Nova" panose="020B0504020202020204" pitchFamily="34" charset="0"/>
              </a:rPr>
              <a:t>, </a:t>
            </a:r>
            <a:r>
              <a:rPr lang="fr-FR" sz="1400" dirty="0" err="1">
                <a:latin typeface="Arial Nova" panose="020B0504020202020204" pitchFamily="34" charset="0"/>
              </a:rPr>
              <a:t>enim</a:t>
            </a:r>
            <a:r>
              <a:rPr lang="fr-FR" sz="1400" dirty="0">
                <a:latin typeface="Arial Nova" panose="020B0504020202020204" pitchFamily="34" charset="0"/>
              </a:rPr>
              <a:t> est </a:t>
            </a:r>
            <a:r>
              <a:rPr lang="fr-FR" sz="1400" dirty="0" err="1">
                <a:latin typeface="Arial Nova" panose="020B0504020202020204" pitchFamily="34" charset="0"/>
              </a:rPr>
              <a:t>eleifend</a:t>
            </a:r>
            <a:r>
              <a:rPr lang="fr-FR" sz="1400" dirty="0">
                <a:latin typeface="Arial Nova" panose="020B0504020202020204" pitchFamily="34" charset="0"/>
              </a:rPr>
              <a:t> mi, non </a:t>
            </a:r>
            <a:r>
              <a:rPr lang="fr-FR" sz="1400" dirty="0" err="1">
                <a:latin typeface="Arial Nova" panose="020B0504020202020204" pitchFamily="34" charset="0"/>
              </a:rPr>
              <a:t>fermentum</a:t>
            </a:r>
            <a:r>
              <a:rPr lang="fr-FR" sz="1400" dirty="0">
                <a:latin typeface="Arial Nova" panose="020B0504020202020204" pitchFamily="34" charset="0"/>
              </a:rPr>
              <a:t> diam </a:t>
            </a:r>
            <a:r>
              <a:rPr lang="fr-FR" sz="1400" dirty="0" err="1">
                <a:latin typeface="Arial Nova" panose="020B0504020202020204" pitchFamily="34" charset="0"/>
              </a:rPr>
              <a:t>nisl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sit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amet</a:t>
            </a:r>
            <a:r>
              <a:rPr lang="fr-FR" sz="1400" dirty="0">
                <a:latin typeface="Arial Nova" panose="020B0504020202020204" pitchFamily="34" charset="0"/>
              </a:rPr>
              <a:t> erat. Duis semper. Duis </a:t>
            </a:r>
            <a:r>
              <a:rPr lang="fr-FR" sz="1400" dirty="0" err="1">
                <a:latin typeface="Arial Nova" panose="020B0504020202020204" pitchFamily="34" charset="0"/>
              </a:rPr>
              <a:t>arcu</a:t>
            </a:r>
            <a:r>
              <a:rPr lang="fr-FR" sz="1400" dirty="0">
                <a:latin typeface="Arial Nova" panose="020B0504020202020204" pitchFamily="34" charset="0"/>
              </a:rPr>
              <a:t> massa, </a:t>
            </a:r>
            <a:r>
              <a:rPr lang="fr-FR" sz="1400" dirty="0" err="1">
                <a:latin typeface="Arial Nova" panose="020B0504020202020204" pitchFamily="34" charset="0"/>
              </a:rPr>
              <a:t>scelerisque</a:t>
            </a:r>
            <a:r>
              <a:rPr lang="fr-FR" sz="1400" dirty="0">
                <a:latin typeface="Arial Nova" panose="020B0504020202020204" pitchFamily="34" charset="0"/>
              </a:rPr>
              <a:t> vitae, </a:t>
            </a:r>
            <a:r>
              <a:rPr lang="fr-FR" sz="1400" dirty="0" err="1">
                <a:latin typeface="Arial Nova" panose="020B0504020202020204" pitchFamily="34" charset="0"/>
              </a:rPr>
              <a:t>consequat</a:t>
            </a:r>
            <a:r>
              <a:rPr lang="fr-FR" sz="1400" dirty="0">
                <a:latin typeface="Arial Nova" panose="020B0504020202020204" pitchFamily="34" charset="0"/>
              </a:rPr>
              <a:t> in, pretium a, </a:t>
            </a:r>
            <a:r>
              <a:rPr lang="fr-FR" sz="1400" dirty="0" err="1">
                <a:latin typeface="Arial Nova" panose="020B0504020202020204" pitchFamily="34" charset="0"/>
              </a:rPr>
              <a:t>enim</a:t>
            </a:r>
            <a:r>
              <a:rPr lang="fr-FR" sz="1400" dirty="0"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latin typeface="Arial Nova" panose="020B0504020202020204" pitchFamily="34" charset="0"/>
              </a:rPr>
              <a:t>Pellentesque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congue</a:t>
            </a:r>
            <a:r>
              <a:rPr lang="fr-FR" sz="1400" dirty="0">
                <a:latin typeface="Arial Nova" panose="020B0504020202020204" pitchFamily="34" charset="0"/>
              </a:rPr>
              <a:t>. Ut in </a:t>
            </a:r>
            <a:r>
              <a:rPr lang="fr-FR" sz="1400" dirty="0" err="1">
                <a:latin typeface="Arial Nova" panose="020B0504020202020204" pitchFamily="34" charset="0"/>
              </a:rPr>
              <a:t>risus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volutpat</a:t>
            </a:r>
            <a:r>
              <a:rPr lang="fr-FR" sz="1400" dirty="0">
                <a:latin typeface="Arial Nova" panose="020B0504020202020204" pitchFamily="34" charset="0"/>
              </a:rPr>
              <a:t> libero </a:t>
            </a:r>
            <a:r>
              <a:rPr lang="fr-FR" sz="1400" dirty="0" err="1">
                <a:latin typeface="Arial Nova" panose="020B0504020202020204" pitchFamily="34" charset="0"/>
              </a:rPr>
              <a:t>pharetra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tempor</a:t>
            </a:r>
            <a:r>
              <a:rPr lang="fr-FR" sz="1400" dirty="0">
                <a:latin typeface="Arial Nova" panose="020B0504020202020204" pitchFamily="34" charset="0"/>
              </a:rPr>
              <a:t>. Cras </a:t>
            </a:r>
            <a:r>
              <a:rPr lang="fr-FR" sz="1400" dirty="0" err="1">
                <a:latin typeface="Arial Nova" panose="020B0504020202020204" pitchFamily="34" charset="0"/>
              </a:rPr>
              <a:t>vestibulum</a:t>
            </a:r>
            <a:r>
              <a:rPr lang="fr-FR" sz="1400" dirty="0">
                <a:latin typeface="Arial Nova" panose="020B0504020202020204" pitchFamily="34" charset="0"/>
              </a:rPr>
              <a:t> bibendum </a:t>
            </a:r>
            <a:r>
              <a:rPr lang="fr-FR" sz="1400" dirty="0" err="1">
                <a:latin typeface="Arial Nova" panose="020B0504020202020204" pitchFamily="34" charset="0"/>
              </a:rPr>
              <a:t>augue</a:t>
            </a:r>
            <a:r>
              <a:rPr lang="fr-FR" sz="1400" dirty="0"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latin typeface="Arial Nova" panose="020B0504020202020204" pitchFamily="34" charset="0"/>
              </a:rPr>
              <a:t>Praesent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egestas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leo</a:t>
            </a:r>
            <a:r>
              <a:rPr lang="fr-FR" sz="1400" dirty="0">
                <a:latin typeface="Arial Nova" panose="020B0504020202020204" pitchFamily="34" charset="0"/>
              </a:rPr>
              <a:t> in </a:t>
            </a:r>
            <a:r>
              <a:rPr lang="fr-FR" sz="1400" dirty="0" err="1">
                <a:latin typeface="Arial Nova" panose="020B0504020202020204" pitchFamily="34" charset="0"/>
              </a:rPr>
              <a:t>pede</a:t>
            </a:r>
            <a:r>
              <a:rPr lang="fr-FR" sz="1400" dirty="0"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latin typeface="Arial Nova" panose="020B0504020202020204" pitchFamily="34" charset="0"/>
              </a:rPr>
              <a:t>Praesent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blandit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odio</a:t>
            </a:r>
            <a:r>
              <a:rPr lang="fr-FR" sz="1400" dirty="0">
                <a:latin typeface="Arial Nova" panose="020B0504020202020204" pitchFamily="34" charset="0"/>
              </a:rPr>
              <a:t> eu </a:t>
            </a:r>
            <a:r>
              <a:rPr lang="fr-FR" sz="1400" dirty="0" err="1">
                <a:latin typeface="Arial Nova" panose="020B0504020202020204" pitchFamily="34" charset="0"/>
              </a:rPr>
              <a:t>enim</a:t>
            </a:r>
            <a:r>
              <a:rPr lang="fr-FR" sz="1400" dirty="0"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latin typeface="Arial Nova" panose="020B0504020202020204" pitchFamily="34" charset="0"/>
              </a:rPr>
              <a:t>Pellentesque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sed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dui</a:t>
            </a:r>
            <a:r>
              <a:rPr lang="fr-FR" sz="1400" dirty="0">
                <a:latin typeface="Arial Nova" panose="020B0504020202020204" pitchFamily="34" charset="0"/>
              </a:rPr>
              <a:t> ut </a:t>
            </a:r>
            <a:r>
              <a:rPr lang="fr-FR" sz="1400" dirty="0" err="1">
                <a:latin typeface="Arial Nova" panose="020B0504020202020204" pitchFamily="34" charset="0"/>
              </a:rPr>
              <a:t>augue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blandit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sodales</a:t>
            </a:r>
            <a:r>
              <a:rPr lang="fr-FR" sz="1400" dirty="0">
                <a:latin typeface="Arial Nova" panose="020B0504020202020204" pitchFamily="34" charset="0"/>
              </a:rPr>
              <a:t>. </a:t>
            </a:r>
            <a:r>
              <a:rPr lang="fr-FR" sz="1400" dirty="0" err="1">
                <a:latin typeface="Arial Nova" panose="020B0504020202020204" pitchFamily="34" charset="0"/>
              </a:rPr>
              <a:t>Vestibulum</a:t>
            </a:r>
            <a:r>
              <a:rPr lang="fr-FR" sz="1400" dirty="0">
                <a:latin typeface="Arial Nova" panose="020B0504020202020204" pitchFamily="34" charset="0"/>
              </a:rPr>
              <a:t> ante ipsum </a:t>
            </a:r>
            <a:r>
              <a:rPr lang="fr-FR" sz="1400" dirty="0" err="1">
                <a:latin typeface="Arial Nova" panose="020B0504020202020204" pitchFamily="34" charset="0"/>
              </a:rPr>
              <a:t>primis</a:t>
            </a:r>
            <a:r>
              <a:rPr lang="fr-FR" sz="1400" dirty="0">
                <a:latin typeface="Arial Nova" panose="020B0504020202020204" pitchFamily="34" charset="0"/>
              </a:rPr>
              <a:t> in </a:t>
            </a:r>
            <a:r>
              <a:rPr lang="fr-FR" sz="1400" dirty="0" err="1">
                <a:latin typeface="Arial Nova" panose="020B0504020202020204" pitchFamily="34" charset="0"/>
              </a:rPr>
              <a:t>faucibus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orci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luctus</a:t>
            </a:r>
            <a:r>
              <a:rPr lang="fr-FR" sz="1400" dirty="0">
                <a:latin typeface="Arial Nova" panose="020B0504020202020204" pitchFamily="34" charset="0"/>
              </a:rPr>
              <a:t>. </a:t>
            </a:r>
          </a:p>
          <a:p>
            <a:pPr>
              <a:lnSpc>
                <a:spcPct val="100000"/>
              </a:lnSpc>
              <a:spcAft>
                <a:spcPts val="300"/>
              </a:spcAft>
              <a:buClr>
                <a:srgbClr val="00C8FF"/>
              </a:buClr>
            </a:pPr>
            <a:r>
              <a:rPr lang="fr-FR" sz="1400" dirty="0" err="1">
                <a:latin typeface="Arial Nova" panose="020B0504020202020204" pitchFamily="34" charset="0"/>
              </a:rPr>
              <a:t>Praesent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egestas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leo</a:t>
            </a:r>
            <a:r>
              <a:rPr lang="fr-FR" sz="1400" dirty="0">
                <a:latin typeface="Arial Nova" panose="020B0504020202020204" pitchFamily="34" charset="0"/>
              </a:rPr>
              <a:t> in </a:t>
            </a:r>
            <a:r>
              <a:rPr lang="fr-FR" sz="1400" dirty="0" err="1">
                <a:latin typeface="Arial Nova" panose="020B0504020202020204" pitchFamily="34" charset="0"/>
              </a:rPr>
              <a:t>pede</a:t>
            </a:r>
            <a:r>
              <a:rPr lang="fr-FR" sz="1400" dirty="0">
                <a:latin typeface="Arial Nova" panose="020B0504020202020204" pitchFamily="34" charset="0"/>
              </a:rPr>
              <a:t>. </a:t>
            </a:r>
          </a:p>
          <a:p>
            <a:pPr>
              <a:lnSpc>
                <a:spcPct val="100000"/>
              </a:lnSpc>
              <a:spcAft>
                <a:spcPts val="300"/>
              </a:spcAft>
              <a:buClr>
                <a:srgbClr val="00C8FF"/>
              </a:buClr>
            </a:pPr>
            <a:r>
              <a:rPr lang="fr-FR" sz="1400" dirty="0" err="1">
                <a:latin typeface="Arial Nova" panose="020B0504020202020204" pitchFamily="34" charset="0"/>
              </a:rPr>
              <a:t>Praesent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blandit</a:t>
            </a:r>
            <a:r>
              <a:rPr lang="fr-FR" sz="1400" dirty="0">
                <a:latin typeface="Arial Nova" panose="020B0504020202020204" pitchFamily="34" charset="0"/>
              </a:rPr>
              <a:t> </a:t>
            </a:r>
            <a:r>
              <a:rPr lang="fr-FR" sz="1400" dirty="0" err="1">
                <a:latin typeface="Arial Nova" panose="020B0504020202020204" pitchFamily="34" charset="0"/>
              </a:rPr>
              <a:t>odio</a:t>
            </a:r>
            <a:r>
              <a:rPr lang="fr-FR" sz="1400" dirty="0">
                <a:latin typeface="Arial Nova" panose="020B0504020202020204" pitchFamily="34" charset="0"/>
              </a:rPr>
              <a:t> eu </a:t>
            </a:r>
            <a:r>
              <a:rPr lang="fr-FR" sz="1400" dirty="0" err="1">
                <a:latin typeface="Arial Nova" panose="020B0504020202020204" pitchFamily="34" charset="0"/>
              </a:rPr>
              <a:t>enim</a:t>
            </a:r>
            <a:r>
              <a:rPr lang="fr-FR" sz="1400" dirty="0">
                <a:latin typeface="Arial Nova" panose="020B0504020202020204" pitchFamily="34" charset="0"/>
              </a:rPr>
              <a:t>.</a:t>
            </a:r>
          </a:p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2F7E57-60E2-770F-B21C-AFAF0975854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A42F33F7-1D97-4C7E-8D1C-7E75C37F9762}" type="slidenum">
              <a:rPr lang="en-CA" smtClean="0"/>
              <a:pPr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6017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E3BAA0-2A91-1204-5D5D-254C670BEB9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96000" y="510898"/>
            <a:ext cx="5637240" cy="831884"/>
          </a:xfrm>
        </p:spPr>
        <p:txBody>
          <a:bodyPr/>
          <a:lstStyle/>
          <a:p>
            <a:r>
              <a:rPr lang="fr-FR"/>
              <a:t>Titre de la diapositive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59B095-2E73-A906-05FC-6FCF1DA3828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96000" y="1342782"/>
            <a:ext cx="5637240" cy="4267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400" b="1" dirty="0">
                <a:latin typeface="Arial Nova" panose="020B0504020202020204" pitchFamily="34" charset="0"/>
              </a:rPr>
              <a:t>Lorem ipsum </a:t>
            </a:r>
            <a:r>
              <a:rPr lang="fr-FR" sz="1400" b="1" dirty="0" err="1"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sit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latin typeface="Arial Nova" panose="020B0504020202020204" pitchFamily="34" charset="0"/>
              </a:rPr>
              <a:t>consectetur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elit</a:t>
            </a:r>
            <a:r>
              <a:rPr lang="fr-FR" sz="1400" b="1" dirty="0">
                <a:latin typeface="Arial Nova" panose="020B0504020202020204" pitchFamily="34" charset="0"/>
              </a:rPr>
              <a:t>. Sed non </a:t>
            </a:r>
            <a:r>
              <a:rPr lang="fr-FR" sz="1400" b="1" dirty="0" err="1">
                <a:latin typeface="Arial Nova" panose="020B0504020202020204" pitchFamily="34" charset="0"/>
              </a:rPr>
              <a:t>risus</a:t>
            </a:r>
            <a:r>
              <a:rPr lang="fr-FR" sz="1400" b="1" dirty="0">
                <a:latin typeface="Arial Nova" panose="020B0504020202020204" pitchFamily="34" charset="0"/>
              </a:rPr>
              <a:t>. Suspendisse </a:t>
            </a:r>
            <a:r>
              <a:rPr lang="fr-FR" sz="1400" b="1" dirty="0" err="1">
                <a:latin typeface="Arial Nova" panose="020B0504020202020204" pitchFamily="34" charset="0"/>
              </a:rPr>
              <a:t>lectus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tortor</a:t>
            </a:r>
            <a:r>
              <a:rPr lang="fr-FR" sz="1400" b="1" dirty="0"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latin typeface="Arial Nova" panose="020B0504020202020204" pitchFamily="34" charset="0"/>
              </a:rPr>
              <a:t>dignissim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sit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latin typeface="Arial Nova" panose="020B0504020202020204" pitchFamily="34" charset="0"/>
              </a:rPr>
              <a:t> nec, </a:t>
            </a:r>
            <a:r>
              <a:rPr lang="fr-FR" sz="1400" b="1" dirty="0" err="1">
                <a:latin typeface="Arial Nova" panose="020B0504020202020204" pitchFamily="34" charset="0"/>
              </a:rPr>
              <a:t>ultricies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sed</a:t>
            </a:r>
            <a:r>
              <a:rPr lang="fr-FR" sz="1400" b="1" dirty="0"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latin typeface="Arial Nova" panose="020B0504020202020204" pitchFamily="34" charset="0"/>
              </a:rPr>
              <a:t>. Cras </a:t>
            </a:r>
            <a:r>
              <a:rPr lang="fr-FR" sz="1400" b="1" dirty="0" err="1">
                <a:latin typeface="Arial Nova" panose="020B0504020202020204" pitchFamily="34" charset="0"/>
              </a:rPr>
              <a:t>elementum</a:t>
            </a:r>
            <a:r>
              <a:rPr lang="fr-FR" sz="1400" b="1" dirty="0"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latin typeface="Arial Nova" panose="020B0504020202020204" pitchFamily="34" charset="0"/>
              </a:rPr>
              <a:t>ultrices</a:t>
            </a:r>
            <a:r>
              <a:rPr lang="fr-FR" sz="1400" b="1" dirty="0">
                <a:latin typeface="Arial Nova" panose="020B0504020202020204" pitchFamily="34" charset="0"/>
              </a:rPr>
              <a:t> diam.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fr-FR" sz="2200" b="1" dirty="0">
                <a:solidFill>
                  <a:schemeClr val="accent4">
                    <a:lumMod val="75000"/>
                  </a:schemeClr>
                </a:solidFill>
                <a:latin typeface="Arial Nova" panose="020B0504020202020204" pitchFamily="34" charset="0"/>
              </a:rPr>
              <a:t>H2 Sous-titre</a:t>
            </a:r>
          </a:p>
          <a:p>
            <a:pPr marL="0" indent="0">
              <a:buNone/>
            </a:pPr>
            <a:r>
              <a:rPr lang="fr-FR" sz="1400" dirty="0" err="1"/>
              <a:t>Proin</a:t>
            </a:r>
            <a:r>
              <a:rPr lang="fr-FR" sz="1400" dirty="0"/>
              <a:t> </a:t>
            </a:r>
            <a:r>
              <a:rPr lang="fr-FR" sz="1400" dirty="0" err="1"/>
              <a:t>porttitor</a:t>
            </a:r>
            <a:r>
              <a:rPr lang="fr-FR" sz="1400" dirty="0"/>
              <a:t>, </a:t>
            </a:r>
            <a:r>
              <a:rPr lang="fr-FR" sz="1400" dirty="0" err="1"/>
              <a:t>orci</a:t>
            </a:r>
            <a:r>
              <a:rPr lang="fr-FR" sz="1400" dirty="0"/>
              <a:t> nec </a:t>
            </a:r>
            <a:r>
              <a:rPr lang="fr-FR" sz="1400" dirty="0" err="1"/>
              <a:t>nonummy</a:t>
            </a:r>
            <a:r>
              <a:rPr lang="fr-FR" sz="1400" dirty="0"/>
              <a:t> </a:t>
            </a:r>
            <a:r>
              <a:rPr lang="fr-FR" sz="1400" dirty="0" err="1"/>
              <a:t>molestie</a:t>
            </a:r>
            <a:r>
              <a:rPr lang="fr-FR" sz="1400" dirty="0"/>
              <a:t>, </a:t>
            </a:r>
            <a:r>
              <a:rPr lang="fr-FR" sz="1400" dirty="0" err="1"/>
              <a:t>enim</a:t>
            </a:r>
            <a:r>
              <a:rPr lang="fr-FR" sz="1400" dirty="0"/>
              <a:t> est </a:t>
            </a:r>
            <a:r>
              <a:rPr lang="fr-FR" sz="1400" dirty="0" err="1"/>
              <a:t>eleifend</a:t>
            </a:r>
            <a:r>
              <a:rPr lang="fr-FR" sz="1400" dirty="0"/>
              <a:t> mi, non </a:t>
            </a:r>
            <a:r>
              <a:rPr lang="fr-FR" sz="1400" dirty="0" err="1"/>
              <a:t>fermentum</a:t>
            </a:r>
            <a:r>
              <a:rPr lang="fr-FR" sz="1400" dirty="0"/>
              <a:t> diam </a:t>
            </a:r>
            <a:r>
              <a:rPr lang="fr-FR" sz="1400" dirty="0" err="1"/>
              <a:t>nisl</a:t>
            </a:r>
            <a:r>
              <a:rPr lang="fr-FR" sz="1400" dirty="0"/>
              <a:t> </a:t>
            </a:r>
            <a:r>
              <a:rPr lang="fr-FR" sz="1400" dirty="0" err="1"/>
              <a:t>sit</a:t>
            </a:r>
            <a:r>
              <a:rPr lang="fr-FR" sz="1400" dirty="0"/>
              <a:t> </a:t>
            </a:r>
            <a:r>
              <a:rPr lang="fr-FR" sz="1400" dirty="0" err="1"/>
              <a:t>amet</a:t>
            </a:r>
            <a:r>
              <a:rPr lang="fr-FR" sz="1400" dirty="0"/>
              <a:t> erat. Duis semper. Duis </a:t>
            </a:r>
            <a:r>
              <a:rPr lang="fr-FR" sz="1400" dirty="0" err="1"/>
              <a:t>arcu</a:t>
            </a:r>
            <a:r>
              <a:rPr lang="fr-FR" sz="1400" dirty="0"/>
              <a:t> massa, </a:t>
            </a:r>
            <a:r>
              <a:rPr lang="fr-FR" sz="1400" dirty="0" err="1"/>
              <a:t>scelerisque</a:t>
            </a:r>
            <a:r>
              <a:rPr lang="fr-FR" sz="1400" dirty="0"/>
              <a:t> vitae, </a:t>
            </a:r>
            <a:r>
              <a:rPr lang="fr-FR" sz="1400" dirty="0" err="1"/>
              <a:t>consequat</a:t>
            </a:r>
            <a:r>
              <a:rPr lang="fr-FR" sz="1400" dirty="0"/>
              <a:t> in, pretium a, </a:t>
            </a:r>
            <a:r>
              <a:rPr lang="fr-FR" sz="1400" dirty="0" err="1"/>
              <a:t>enim</a:t>
            </a:r>
            <a:r>
              <a:rPr lang="fr-FR" sz="1400" dirty="0"/>
              <a:t>. </a:t>
            </a:r>
            <a:r>
              <a:rPr lang="fr-FR" sz="1400" dirty="0" err="1"/>
              <a:t>Pellentesque</a:t>
            </a:r>
            <a:r>
              <a:rPr lang="fr-FR" sz="1400" dirty="0"/>
              <a:t> </a:t>
            </a:r>
            <a:r>
              <a:rPr lang="fr-FR" sz="1400" dirty="0" err="1"/>
              <a:t>congue</a:t>
            </a:r>
            <a:r>
              <a:rPr lang="fr-FR" sz="1400" dirty="0"/>
              <a:t>. Ut in </a:t>
            </a:r>
            <a:r>
              <a:rPr lang="fr-FR" sz="1400" dirty="0" err="1"/>
              <a:t>risus</a:t>
            </a:r>
            <a:r>
              <a:rPr lang="fr-FR" sz="1400" dirty="0"/>
              <a:t> </a:t>
            </a:r>
            <a:r>
              <a:rPr lang="fr-FR" sz="1400" dirty="0" err="1"/>
              <a:t>volutpat</a:t>
            </a:r>
            <a:r>
              <a:rPr lang="fr-FR" sz="1400" dirty="0"/>
              <a:t> libero </a:t>
            </a:r>
            <a:r>
              <a:rPr lang="fr-FR" sz="1400" dirty="0" err="1"/>
              <a:t>pharetra</a:t>
            </a:r>
            <a:r>
              <a:rPr lang="fr-FR" sz="1400" dirty="0"/>
              <a:t> </a:t>
            </a:r>
            <a:r>
              <a:rPr lang="fr-FR" sz="1400" dirty="0" err="1"/>
              <a:t>tempor</a:t>
            </a:r>
            <a:r>
              <a:rPr lang="fr-FR" sz="1400" dirty="0"/>
              <a:t>. Cras </a:t>
            </a:r>
            <a:r>
              <a:rPr lang="fr-FR" sz="1400" dirty="0" err="1"/>
              <a:t>vestibulum</a:t>
            </a:r>
            <a:r>
              <a:rPr lang="fr-FR" sz="1400" dirty="0"/>
              <a:t> bibendum </a:t>
            </a:r>
            <a:r>
              <a:rPr lang="fr-FR" sz="1400" dirty="0" err="1"/>
              <a:t>augue</a:t>
            </a:r>
            <a:r>
              <a:rPr lang="fr-FR" sz="1400" dirty="0"/>
              <a:t>. </a:t>
            </a:r>
            <a:r>
              <a:rPr lang="fr-FR" sz="1400" dirty="0" err="1"/>
              <a:t>Praesent</a:t>
            </a:r>
            <a:r>
              <a:rPr lang="fr-FR" sz="1400" dirty="0"/>
              <a:t> </a:t>
            </a:r>
            <a:r>
              <a:rPr lang="fr-FR" sz="1400" dirty="0" err="1"/>
              <a:t>egestas</a:t>
            </a:r>
            <a:r>
              <a:rPr lang="fr-FR" sz="1400" dirty="0"/>
              <a:t> </a:t>
            </a:r>
            <a:r>
              <a:rPr lang="fr-FR" sz="1400" dirty="0" err="1"/>
              <a:t>leo</a:t>
            </a:r>
            <a:r>
              <a:rPr lang="fr-FR" sz="1400" dirty="0"/>
              <a:t> in </a:t>
            </a:r>
            <a:r>
              <a:rPr lang="fr-FR" sz="1400" dirty="0" err="1"/>
              <a:t>pede</a:t>
            </a:r>
            <a:r>
              <a:rPr lang="fr-FR" sz="1400" dirty="0"/>
              <a:t>. </a:t>
            </a:r>
            <a:r>
              <a:rPr lang="fr-FR" sz="1400" dirty="0" err="1"/>
              <a:t>Praesent</a:t>
            </a:r>
            <a:r>
              <a:rPr lang="fr-FR" sz="1400" dirty="0"/>
              <a:t> </a:t>
            </a:r>
            <a:r>
              <a:rPr lang="fr-FR" sz="1400" dirty="0" err="1"/>
              <a:t>blandit</a:t>
            </a:r>
            <a:r>
              <a:rPr lang="fr-FR" sz="1400" dirty="0"/>
              <a:t> </a:t>
            </a:r>
            <a:r>
              <a:rPr lang="fr-FR" sz="1400" dirty="0" err="1"/>
              <a:t>odio</a:t>
            </a:r>
            <a:r>
              <a:rPr lang="fr-FR" sz="1400" dirty="0"/>
              <a:t> eu </a:t>
            </a:r>
            <a:r>
              <a:rPr lang="fr-FR" sz="1400" dirty="0" err="1"/>
              <a:t>enim</a:t>
            </a:r>
            <a:r>
              <a:rPr lang="fr-FR" sz="1400" dirty="0"/>
              <a:t>. </a:t>
            </a:r>
            <a:r>
              <a:rPr lang="fr-FR" sz="1400" dirty="0" err="1"/>
              <a:t>Pellentesque</a:t>
            </a:r>
            <a:r>
              <a:rPr lang="fr-FR" sz="1400" dirty="0"/>
              <a:t> </a:t>
            </a:r>
            <a:r>
              <a:rPr lang="fr-FR" sz="1400" dirty="0" err="1"/>
              <a:t>sed</a:t>
            </a:r>
            <a:r>
              <a:rPr lang="fr-FR" sz="1400" dirty="0"/>
              <a:t> </a:t>
            </a:r>
            <a:r>
              <a:rPr lang="fr-FR" sz="1400" dirty="0" err="1"/>
              <a:t>dui</a:t>
            </a:r>
            <a:r>
              <a:rPr lang="fr-FR" sz="1400" dirty="0"/>
              <a:t> ut </a:t>
            </a:r>
            <a:r>
              <a:rPr lang="fr-FR" sz="1400" dirty="0" err="1"/>
              <a:t>augue</a:t>
            </a:r>
            <a:r>
              <a:rPr lang="fr-FR" sz="1400" dirty="0"/>
              <a:t> </a:t>
            </a:r>
            <a:r>
              <a:rPr lang="fr-FR" sz="1400" dirty="0" err="1"/>
              <a:t>blandit</a:t>
            </a:r>
            <a:r>
              <a:rPr lang="fr-FR" sz="1400" dirty="0"/>
              <a:t> </a:t>
            </a:r>
            <a:r>
              <a:rPr lang="fr-FR" sz="1400" dirty="0" err="1"/>
              <a:t>sodales</a:t>
            </a:r>
            <a:r>
              <a:rPr lang="fr-FR" sz="1400" dirty="0"/>
              <a:t>. </a:t>
            </a:r>
            <a:r>
              <a:rPr lang="fr-FR" sz="1400" dirty="0" err="1"/>
              <a:t>Vestibulum</a:t>
            </a:r>
            <a:r>
              <a:rPr lang="fr-FR" sz="1400" dirty="0"/>
              <a:t> ante ipsum </a:t>
            </a:r>
            <a:r>
              <a:rPr lang="fr-FR" sz="1400" dirty="0" err="1"/>
              <a:t>primis</a:t>
            </a:r>
            <a:r>
              <a:rPr lang="fr-FR" sz="1400" dirty="0"/>
              <a:t> in </a:t>
            </a:r>
            <a:r>
              <a:rPr lang="fr-FR" sz="1400" dirty="0" err="1"/>
              <a:t>faucibus</a:t>
            </a:r>
            <a:r>
              <a:rPr lang="fr-FR" sz="1400" dirty="0"/>
              <a:t> </a:t>
            </a:r>
            <a:r>
              <a:rPr lang="fr-FR" sz="1400" dirty="0" err="1"/>
              <a:t>orci</a:t>
            </a:r>
            <a:r>
              <a:rPr lang="fr-FR" sz="1400" dirty="0"/>
              <a:t> </a:t>
            </a:r>
            <a:r>
              <a:rPr lang="fr-FR" sz="1400" dirty="0" err="1"/>
              <a:t>luctus</a:t>
            </a:r>
            <a:r>
              <a:rPr lang="fr-FR" sz="1400" dirty="0"/>
              <a:t>. </a:t>
            </a:r>
          </a:p>
          <a:p>
            <a:pPr>
              <a:lnSpc>
                <a:spcPct val="100000"/>
              </a:lnSpc>
              <a:spcAft>
                <a:spcPts val="300"/>
              </a:spcAft>
              <a:buClr>
                <a:srgbClr val="00C8FF"/>
              </a:buClr>
            </a:pPr>
            <a:r>
              <a:rPr lang="fr-FR" sz="1400" dirty="0" err="1"/>
              <a:t>Praesent</a:t>
            </a:r>
            <a:r>
              <a:rPr lang="fr-FR" sz="1400" dirty="0"/>
              <a:t> </a:t>
            </a:r>
            <a:r>
              <a:rPr lang="fr-FR" sz="1400" dirty="0" err="1"/>
              <a:t>egestas</a:t>
            </a:r>
            <a:r>
              <a:rPr lang="fr-FR" sz="1400" dirty="0"/>
              <a:t> </a:t>
            </a:r>
            <a:r>
              <a:rPr lang="fr-FR" sz="1400" dirty="0" err="1"/>
              <a:t>leo</a:t>
            </a:r>
            <a:r>
              <a:rPr lang="fr-FR" sz="1400" dirty="0"/>
              <a:t> in </a:t>
            </a:r>
            <a:r>
              <a:rPr lang="fr-FR" sz="1400" dirty="0" err="1"/>
              <a:t>pede</a:t>
            </a:r>
            <a:r>
              <a:rPr lang="fr-FR" sz="1400" dirty="0"/>
              <a:t>. </a:t>
            </a:r>
          </a:p>
          <a:p>
            <a:pPr>
              <a:lnSpc>
                <a:spcPct val="100000"/>
              </a:lnSpc>
              <a:spcAft>
                <a:spcPts val="300"/>
              </a:spcAft>
              <a:buClr>
                <a:srgbClr val="00C8FF"/>
              </a:buClr>
            </a:pPr>
            <a:r>
              <a:rPr lang="fr-FR" sz="1400" dirty="0" err="1"/>
              <a:t>Praesent</a:t>
            </a:r>
            <a:r>
              <a:rPr lang="fr-FR" sz="1400" dirty="0"/>
              <a:t> </a:t>
            </a:r>
            <a:r>
              <a:rPr lang="fr-FR" sz="1400" dirty="0" err="1"/>
              <a:t>blandit</a:t>
            </a:r>
            <a:r>
              <a:rPr lang="fr-FR" sz="1400" dirty="0"/>
              <a:t> </a:t>
            </a:r>
            <a:r>
              <a:rPr lang="fr-FR" sz="1400" dirty="0" err="1"/>
              <a:t>odio</a:t>
            </a:r>
            <a:r>
              <a:rPr lang="fr-FR" sz="1400" dirty="0"/>
              <a:t> eu </a:t>
            </a:r>
            <a:r>
              <a:rPr lang="fr-FR" sz="1400" dirty="0" err="1"/>
              <a:t>enim</a:t>
            </a:r>
            <a:r>
              <a:rPr lang="fr-FR" sz="1400" dirty="0"/>
              <a:t>.</a:t>
            </a:r>
          </a:p>
          <a:p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E16968-957B-0A21-1EDE-86C7C592A04A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A42F33F7-1D97-4C7E-8D1C-7E75C37F9762}" type="slidenum">
              <a:rPr lang="en-CA" smtClean="0"/>
              <a:pPr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202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746D32-7074-060C-B5E1-FE67E3DB2AF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06065" y="2764268"/>
            <a:ext cx="6567948" cy="1123984"/>
          </a:xfrm>
        </p:spPr>
        <p:txBody>
          <a:bodyPr>
            <a:normAutofit/>
          </a:bodyPr>
          <a:lstStyle/>
          <a:p>
            <a:r>
              <a:rPr lang="fr-FR" sz="3200" dirty="0"/>
              <a:t>TITRE DE LA SECTION OU TEXTE </a:t>
            </a:r>
            <a:br>
              <a:rPr lang="fr-FR" sz="3200" dirty="0"/>
            </a:br>
            <a:r>
              <a:rPr lang="fr-FR" sz="3200" dirty="0"/>
              <a:t>À METTRE EN EXERGUE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098452B-55A1-5D9F-99A8-432DDBA294EE}"/>
              </a:ext>
            </a:extLst>
          </p:cNvPr>
          <p:cNvSpPr>
            <a:spLocks noGrp="1"/>
          </p:cNvSpPr>
          <p:nvPr>
            <p:ph type="sldNum" sz="quarter" idx="4294967295"/>
            <p:custDataLst>
              <p:tags r:id="rId2"/>
            </p:custDataLst>
          </p:nvPr>
        </p:nvSpPr>
        <p:spPr>
          <a:xfrm>
            <a:off x="4724400" y="6406916"/>
            <a:ext cx="2743200" cy="365125"/>
          </a:xfrm>
        </p:spPr>
        <p:txBody>
          <a:bodyPr/>
          <a:lstStyle/>
          <a:p>
            <a:fld id="{A42F33F7-1D97-4C7E-8D1C-7E75C37F9762}" type="slidenum">
              <a:rPr lang="en-CA" smtClean="0"/>
              <a:pPr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3795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66D4A-7012-D433-45CE-FB4DFF96FE3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/>
              <a:t>H1 Titre de la diapositive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B0BC1D-A7B0-A1EB-D3F0-13D9C90D258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Lorem ipsum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consectetur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elit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Sed non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risus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Suspendisse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lectus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tortor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dignissim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nec,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ultricies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sed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Cras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elementum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ultrices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diam.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Maecenas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ligula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massa,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varius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a, semper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congue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euismod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non, mi. Ut in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risus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volutpat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libero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pharetra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tempor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Cras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vestibulum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bibendum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augue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Cueillette des besoins et identification des particularités et du contexte de votre organisation. Cette cueillette se fera sous forme d'ateliers avec les équipes du client. Nous prévoyons en moyenne ente 2 et 4 ateliers afin de couvrir les sujets suivants :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Analyse en matière d'hébergement des renseignements personnels dans votre environnement et vos systèmes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﻿﻿Analyse des processus de demandes de droit à la </a:t>
            </a:r>
            <a:r>
              <a:rPr lang="fr-FR" sz="1200" dirty="0" err="1">
                <a:solidFill>
                  <a:schemeClr val="tx1"/>
                </a:solidFill>
                <a:latin typeface="Arial Nova" panose="020B0504020202020204" pitchFamily="34" charset="0"/>
              </a:rPr>
              <a:t>portabilit</a:t>
            </a:r>
            <a:endParaRPr lang="fr-FR" sz="1200" dirty="0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de « l'Espace comité loi 25 ».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du formulaire de demande à la portabilité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du registre des demandes à la portabilité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des automatisations souhaitées en lien avec les demandes à la portabilité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Accompagnement, soutien et amélioration continue de vos équipes afin d'assurer une prise en charge adéquate de la part du client.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Lorem ipsum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endParaRPr lang="fr-FR" sz="1400" dirty="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DDCE3C-93DA-EBE0-B6E3-9E2A63BCC5A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A42F33F7-1D97-4C7E-8D1C-7E75C37F9762}" type="slidenum">
              <a:rPr lang="en-CA" smtClean="0"/>
              <a:pPr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3000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66D4A-7012-D433-45CE-FB4DFF96FE3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/>
              <a:t>H1 Titre de la diapositive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B0BC1D-A7B0-A1EB-D3F0-13D9C90D258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Lorem ipsum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consectetur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elit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Sed non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risus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Suspendisse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lectus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tortor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dignissim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adipiscing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nec,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ultricies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sed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Cras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elementum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ultrices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diam.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Maecenas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ligula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massa,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varius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a, semper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congue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,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euismod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non, mi. Ut in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risus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volutpat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libero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pharetra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tempor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Cras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vestibulum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 bibendum </a:t>
            </a:r>
            <a:r>
              <a:rPr lang="fr-FR" sz="1400" b="1" dirty="0" err="1">
                <a:solidFill>
                  <a:schemeClr val="tx1"/>
                </a:solidFill>
                <a:latin typeface="Arial Nova" panose="020B0504020202020204" pitchFamily="34" charset="0"/>
              </a:rPr>
              <a:t>augue</a:t>
            </a:r>
            <a:r>
              <a:rPr lang="fr-FR" sz="1400" b="1" dirty="0">
                <a:solidFill>
                  <a:schemeClr val="tx1"/>
                </a:solidFill>
                <a:latin typeface="Arial Nova" panose="020B0504020202020204" pitchFamily="34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Cueillette des besoins et identification des particularités et du contexte de votre organisation. Cette cueillette se fera sous forme d'ateliers avec les équipes du client. Nous prévoyons en moyenne ente 2 et 4 ateliers afin de couvrir les sujets suivants :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Analyse en matière d'hébergement des renseignements personnels dans votre environnement et vos systèmes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﻿﻿Analyse des processus de demandes de droit à la </a:t>
            </a:r>
            <a:r>
              <a:rPr lang="fr-FR" sz="1200" dirty="0" err="1">
                <a:solidFill>
                  <a:schemeClr val="tx1"/>
                </a:solidFill>
                <a:latin typeface="Arial Nova" panose="020B0504020202020204" pitchFamily="34" charset="0"/>
              </a:rPr>
              <a:t>portabilit</a:t>
            </a:r>
            <a:endParaRPr lang="fr-FR" sz="1200" dirty="0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de « l'Espace comité loi 25 ».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du formulaire de demande à la portabilité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du registre des demandes à la portabilité</a:t>
            </a:r>
          </a:p>
          <a:p>
            <a:pPr lvl="1"/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Mise en place des automatisations souhaitées en lien avec les demandes à la portabilité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Accompagnement, soutien et amélioration continue de vos équipes afin d'assurer une prise en charge adéquate de la part du client.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Lorem ipsum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dolor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sit</a:t>
            </a:r>
            <a:r>
              <a:rPr lang="fr-FR" sz="1400" dirty="0">
                <a:solidFill>
                  <a:schemeClr val="tx1"/>
                </a:solidFill>
                <a:latin typeface="Arial Nova" panose="020B0504020202020204" pitchFamily="34" charset="0"/>
              </a:rPr>
              <a:t> </a:t>
            </a:r>
            <a:r>
              <a:rPr lang="fr-FR" sz="1400" dirty="0" err="1">
                <a:solidFill>
                  <a:schemeClr val="tx1"/>
                </a:solidFill>
                <a:latin typeface="Arial Nova" panose="020B0504020202020204" pitchFamily="34" charset="0"/>
              </a:rPr>
              <a:t>amet</a:t>
            </a:r>
            <a:endParaRPr lang="fr-FR" sz="1400" dirty="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DDCE3C-93DA-EBE0-B6E3-9E2A63BCC5A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A42F33F7-1D97-4C7E-8D1C-7E75C37F9762}" type="slidenum">
              <a:rPr lang="en-CA" smtClean="0"/>
              <a:pPr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1814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E7417AB-9F52-F381-5CC3-C1974E6DB230}"/>
              </a:ext>
            </a:extLst>
          </p:cNvPr>
          <p:cNvSpPr txBox="1"/>
          <p:nvPr/>
        </p:nvSpPr>
        <p:spPr>
          <a:xfrm>
            <a:off x="4876800" y="1007575"/>
            <a:ext cx="68226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3400" b="1" i="0" u="none" strike="noStrike" dirty="0">
                <a:solidFill>
                  <a:schemeClr val="accent1"/>
                </a:solidFill>
                <a:effectLst/>
                <a:latin typeface="+mj-lt"/>
              </a:rPr>
              <a:t>Merci de votre collaboration!</a:t>
            </a:r>
            <a:endParaRPr lang="fr-FR" sz="3400" b="1" i="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32122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Thème Office">
  <a:themeElements>
    <a:clrScheme name="Idexia 2">
      <a:dk1>
        <a:srgbClr val="2D2D2D"/>
      </a:dk1>
      <a:lt1>
        <a:srgbClr val="FFFFFF"/>
      </a:lt1>
      <a:dk2>
        <a:srgbClr val="000000"/>
      </a:dk2>
      <a:lt2>
        <a:srgbClr val="E7E6E6"/>
      </a:lt2>
      <a:accent1>
        <a:srgbClr val="000064"/>
      </a:accent1>
      <a:accent2>
        <a:srgbClr val="006EFF"/>
      </a:accent2>
      <a:accent3>
        <a:srgbClr val="FFAA00"/>
      </a:accent3>
      <a:accent4>
        <a:srgbClr val="80E4FF"/>
      </a:accent4>
      <a:accent5>
        <a:srgbClr val="D0F0C0"/>
      </a:accent5>
      <a:accent6>
        <a:srgbClr val="EA4355"/>
      </a:accent6>
      <a:hlink>
        <a:srgbClr val="006EFF"/>
      </a:hlink>
      <a:folHlink>
        <a:srgbClr val="954F72"/>
      </a:folHlink>
    </a:clrScheme>
    <a:fontScheme name="Idexia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barit Idexia_allégé.pptx" id="{100F1930-ADA5-4667-86B6-8E46A8847648}" vid="{18AC7AD3-4ADB-4EFC-A146-6D83672E4FE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D95844E6BB134EBD9AAF9FA6DEE59A" ma:contentTypeVersion="4" ma:contentTypeDescription="Crée un document." ma:contentTypeScope="" ma:versionID="25289be5ceb6ed5a4246fb2534c76f9e">
  <xsd:schema xmlns:xsd="http://www.w3.org/2001/XMLSchema" xmlns:xs="http://www.w3.org/2001/XMLSchema" xmlns:p="http://schemas.microsoft.com/office/2006/metadata/properties" xmlns:ns2="06b4e1e8-22f5-42dc-a0be-f8f19ac1aae2" targetNamespace="http://schemas.microsoft.com/office/2006/metadata/properties" ma:root="true" ma:fieldsID="b274b948bfd75c51e05aa0be95f8bfea" ns2:_="">
    <xsd:import namespace="06b4e1e8-22f5-42dc-a0be-f8f19ac1aa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4e1e8-22f5-42dc-a0be-f8f19ac1aa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F489F3-E400-4490-BEFB-A73433647E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5CE73F-0C57-4F21-805B-EF048D03FA38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  <ds:schemaRef ds:uri="06b4e1e8-22f5-42dc-a0be-f8f19ac1aae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DD5F39F-D840-4827-B3F9-7CEC5D2539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4e1e8-22f5-42dc-a0be-f8f19ac1aa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Gabarit Idexia_allégé</Template>
  <TotalTime>0</TotalTime>
  <Words>1510</Words>
  <Application>Microsoft Office PowerPoint</Application>
  <PresentationFormat>Grand écran</PresentationFormat>
  <Paragraphs>189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Arial Nova</vt:lpstr>
      <vt:lpstr>Arial Nova Light</vt:lpstr>
      <vt:lpstr>Calibri</vt:lpstr>
      <vt:lpstr>Times New Roman</vt:lpstr>
      <vt:lpstr>Thème Office</vt:lpstr>
      <vt:lpstr>How to customize this template</vt:lpstr>
      <vt:lpstr>TITRE DU DOCUMENT</vt:lpstr>
      <vt:lpstr>H1 Titre de la diapositive</vt:lpstr>
      <vt:lpstr>H1 Titre de la diapositive</vt:lpstr>
      <vt:lpstr>H1 Titre de la diapositive</vt:lpstr>
      <vt:lpstr>H1 Titre de la diapositive</vt:lpstr>
      <vt:lpstr>Titre de la diapositive</vt:lpstr>
      <vt:lpstr>Titre de la diapositive</vt:lpstr>
      <vt:lpstr>TITRE DE LA SECTION OU TEXTE  À METTRE EN EXERGUE</vt:lpstr>
      <vt:lpstr>H1 Titre de la diapositive</vt:lpstr>
      <vt:lpstr>H1 Titre de la diapositive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Breton</dc:creator>
  <cp:lastModifiedBy>François Breton</cp:lastModifiedBy>
  <cp:revision>1</cp:revision>
  <dcterms:created xsi:type="dcterms:W3CDTF">2025-12-20T23:17:53Z</dcterms:created>
  <dcterms:modified xsi:type="dcterms:W3CDTF">2025-12-20T23:18:19Z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0x01010000D95844E6BB134EBD9AAF9FA6DEE59A</vt:lpwstr>
  </property>
  <property fmtid="{D5CDD505-2E9C-101B-9397-08002B2CF9AE}" pid="3" name="MediaServiceImageTags">
    <vt:lpwstr/>
  </property>
</Properties>
</file>